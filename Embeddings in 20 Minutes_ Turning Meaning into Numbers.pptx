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Liter" charset="-122" pitchFamily="34"/>
      <p:regular r:id="rId16"/>
    </p:embeddedFont>
    <p:embeddedFont>
      <p:font typeface="Quattrocento Sans" charset="-122" pitchFamily="34"/>
      <p:regular r:id="rId17"/>
    </p:embeddedFont>
    <p:embeddedFont>
      <p:font typeface="Mi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0800" y="21653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14313" y="100013"/>
                </a:moveTo>
                <a:cubicBezTo>
                  <a:pt x="214313" y="44827"/>
                  <a:pt x="259140" y="0"/>
                  <a:pt x="314325" y="0"/>
                </a:cubicBezTo>
                <a:lnTo>
                  <a:pt x="357188" y="0"/>
                </a:lnTo>
                <a:cubicBezTo>
                  <a:pt x="388799" y="0"/>
                  <a:pt x="414338" y="25539"/>
                  <a:pt x="414338" y="57150"/>
                </a:cubicBezTo>
                <a:lnTo>
                  <a:pt x="414338" y="857250"/>
                </a:lnTo>
                <a:cubicBezTo>
                  <a:pt x="414338" y="888861"/>
                  <a:pt x="388799" y="914400"/>
                  <a:pt x="357188" y="914400"/>
                </a:cubicBezTo>
                <a:lnTo>
                  <a:pt x="300038" y="914400"/>
                </a:lnTo>
                <a:cubicBezTo>
                  <a:pt x="246817" y="914400"/>
                  <a:pt x="201990" y="877967"/>
                  <a:pt x="189309" y="828675"/>
                </a:cubicBezTo>
                <a:cubicBezTo>
                  <a:pt x="188059" y="828675"/>
                  <a:pt x="186988" y="828675"/>
                  <a:pt x="185738" y="828675"/>
                </a:cubicBezTo>
                <a:cubicBezTo>
                  <a:pt x="106799" y="828675"/>
                  <a:pt x="42863" y="764738"/>
                  <a:pt x="42863" y="685800"/>
                </a:cubicBezTo>
                <a:cubicBezTo>
                  <a:pt x="42863" y="653653"/>
                  <a:pt x="53578" y="624007"/>
                  <a:pt x="71438" y="600075"/>
                </a:cubicBezTo>
                <a:cubicBezTo>
                  <a:pt x="36790" y="574000"/>
                  <a:pt x="14288" y="532567"/>
                  <a:pt x="14288" y="485775"/>
                </a:cubicBezTo>
                <a:cubicBezTo>
                  <a:pt x="14288" y="430590"/>
                  <a:pt x="45720" y="382548"/>
                  <a:pt x="91440" y="358795"/>
                </a:cubicBezTo>
                <a:cubicBezTo>
                  <a:pt x="78760" y="337364"/>
                  <a:pt x="71438" y="312360"/>
                  <a:pt x="71438" y="285750"/>
                </a:cubicBezTo>
                <a:cubicBezTo>
                  <a:pt x="71438" y="206812"/>
                  <a:pt x="135374" y="142875"/>
                  <a:pt x="214313" y="142875"/>
                </a:cubicBezTo>
                <a:lnTo>
                  <a:pt x="214313" y="100013"/>
                </a:lnTo>
                <a:close/>
                <a:moveTo>
                  <a:pt x="700088" y="100013"/>
                </a:moveTo>
                <a:lnTo>
                  <a:pt x="700088" y="142875"/>
                </a:lnTo>
                <a:cubicBezTo>
                  <a:pt x="779026" y="142875"/>
                  <a:pt x="842963" y="206812"/>
                  <a:pt x="842963" y="285750"/>
                </a:cubicBezTo>
                <a:cubicBezTo>
                  <a:pt x="842963" y="312539"/>
                  <a:pt x="835640" y="337542"/>
                  <a:pt x="822960" y="358795"/>
                </a:cubicBezTo>
                <a:cubicBezTo>
                  <a:pt x="868859" y="382548"/>
                  <a:pt x="900113" y="430411"/>
                  <a:pt x="900113" y="485775"/>
                </a:cubicBezTo>
                <a:cubicBezTo>
                  <a:pt x="900113" y="532567"/>
                  <a:pt x="877610" y="574000"/>
                  <a:pt x="842963" y="600075"/>
                </a:cubicBezTo>
                <a:cubicBezTo>
                  <a:pt x="860822" y="624007"/>
                  <a:pt x="871538" y="653653"/>
                  <a:pt x="871538" y="685800"/>
                </a:cubicBezTo>
                <a:cubicBezTo>
                  <a:pt x="871538" y="764738"/>
                  <a:pt x="807601" y="828675"/>
                  <a:pt x="728663" y="828675"/>
                </a:cubicBezTo>
                <a:cubicBezTo>
                  <a:pt x="727412" y="828675"/>
                  <a:pt x="726341" y="828675"/>
                  <a:pt x="725091" y="828675"/>
                </a:cubicBezTo>
                <a:cubicBezTo>
                  <a:pt x="712410" y="877967"/>
                  <a:pt x="667583" y="914400"/>
                  <a:pt x="614363" y="914400"/>
                </a:cubicBezTo>
                <a:lnTo>
                  <a:pt x="557213" y="914400"/>
                </a:lnTo>
                <a:cubicBezTo>
                  <a:pt x="525601" y="914400"/>
                  <a:pt x="500063" y="888861"/>
                  <a:pt x="500063" y="857250"/>
                </a:cubicBezTo>
                <a:lnTo>
                  <a:pt x="500063" y="57150"/>
                </a:lnTo>
                <a:cubicBezTo>
                  <a:pt x="500063" y="25539"/>
                  <a:pt x="525601" y="0"/>
                  <a:pt x="557213" y="0"/>
                </a:cubicBezTo>
                <a:lnTo>
                  <a:pt x="600075" y="0"/>
                </a:lnTo>
                <a:cubicBezTo>
                  <a:pt x="655260" y="0"/>
                  <a:pt x="700088" y="44827"/>
                  <a:pt x="700088" y="10001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459550" y="37909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Embeddings in 20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02624" y="5048250"/>
            <a:ext cx="645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Turning Meaning into Numbers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65070" y="6165850"/>
            <a:ext cx="5130800" cy="812800"/>
          </a:xfrm>
          <a:custGeom>
            <a:avLst/>
            <a:gdLst/>
            <a:ahLst/>
            <a:cxnLst/>
            <a:rect l="l" t="t" r="r" b="b"/>
            <a:pathLst>
              <a:path w="5130800" h="812800">
                <a:moveTo>
                  <a:pt x="203200" y="0"/>
                </a:moveTo>
                <a:lnTo>
                  <a:pt x="4927600" y="0"/>
                </a:lnTo>
                <a:cubicBezTo>
                  <a:pt x="5039749" y="0"/>
                  <a:pt x="5130800" y="91051"/>
                  <a:pt x="5130800" y="203200"/>
                </a:cubicBezTo>
                <a:lnTo>
                  <a:pt x="5130800" y="609600"/>
                </a:lnTo>
                <a:cubicBezTo>
                  <a:pt x="5130800" y="721749"/>
                  <a:pt x="5039749" y="812800"/>
                  <a:pt x="4927600" y="812800"/>
                </a:cubicBezTo>
                <a:lnTo>
                  <a:pt x="203200" y="812800"/>
                </a:lnTo>
                <a:cubicBezTo>
                  <a:pt x="91051" y="812800"/>
                  <a:pt x="0" y="721749"/>
                  <a:pt x="0" y="6096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895270" y="6369050"/>
            <a:ext cx="447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School AI Club Mini-Lesson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41400" cy="558800"/>
          </a:xfrm>
          <a:custGeom>
            <a:avLst/>
            <a:gdLst/>
            <a:ahLst/>
            <a:cxnLst/>
            <a:rect l="l" t="t" r="r" b="b"/>
            <a:pathLst>
              <a:path w="1041400" h="558800">
                <a:moveTo>
                  <a:pt x="101601" y="0"/>
                </a:moveTo>
                <a:lnTo>
                  <a:pt x="939799" y="0"/>
                </a:lnTo>
                <a:cubicBezTo>
                  <a:pt x="995912" y="0"/>
                  <a:pt x="1041400" y="45488"/>
                  <a:pt x="1041400" y="101601"/>
                </a:cubicBezTo>
                <a:lnTo>
                  <a:pt x="1041400" y="457199"/>
                </a:lnTo>
                <a:cubicBezTo>
                  <a:pt x="1041400" y="513312"/>
                  <a:pt x="995912" y="558800"/>
                  <a:pt x="9397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508000"/>
            <a:ext cx="11557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70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Can Sound Confident and Still Be Wrong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2822222"/>
            <a:ext cx="15240000" cy="3302000"/>
          </a:xfrm>
          <a:custGeom>
            <a:avLst/>
            <a:gdLst/>
            <a:ahLst/>
            <a:cxnLst/>
            <a:rect l="l" t="t" r="r" b="b"/>
            <a:pathLst>
              <a:path w="15240000" h="3302000">
                <a:moveTo>
                  <a:pt x="203205" y="0"/>
                </a:moveTo>
                <a:lnTo>
                  <a:pt x="15036795" y="0"/>
                </a:lnTo>
                <a:cubicBezTo>
                  <a:pt x="15149022" y="0"/>
                  <a:pt x="15240000" y="90978"/>
                  <a:pt x="15240000" y="203205"/>
                </a:cubicBezTo>
                <a:lnTo>
                  <a:pt x="15240000" y="3098795"/>
                </a:lnTo>
                <a:cubicBezTo>
                  <a:pt x="15240000" y="3211022"/>
                  <a:pt x="15149022" y="3302000"/>
                  <a:pt x="15036795" y="3302000"/>
                </a:cubicBezTo>
                <a:lnTo>
                  <a:pt x="203205" y="3302000"/>
                </a:lnTo>
                <a:cubicBezTo>
                  <a:pt x="90978" y="3302000"/>
                  <a:pt x="0" y="3211022"/>
                  <a:pt x="0" y="3098795"/>
                </a:cubicBezTo>
                <a:lnTo>
                  <a:pt x="0" y="203205"/>
                </a:lnTo>
                <a:cubicBezTo>
                  <a:pt x="0" y="91053"/>
                  <a:pt x="91053" y="0"/>
                  <a:pt x="203205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3127023"/>
            <a:ext cx="1478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 "Which planet is closest to the Sun?"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7636" y="3838223"/>
            <a:ext cx="7136836" cy="1981200"/>
          </a:xfrm>
          <a:custGeom>
            <a:avLst/>
            <a:gdLst/>
            <a:ahLst/>
            <a:cxnLst/>
            <a:rect l="l" t="t" r="r" b="b"/>
            <a:pathLst>
              <a:path w="7136836" h="1981200">
                <a:moveTo>
                  <a:pt x="49671" y="0"/>
                </a:moveTo>
                <a:lnTo>
                  <a:pt x="6984442" y="0"/>
                </a:lnTo>
                <a:cubicBezTo>
                  <a:pt x="7068606" y="0"/>
                  <a:pt x="7136836" y="68229"/>
                  <a:pt x="7136836" y="152394"/>
                </a:cubicBezTo>
                <a:lnTo>
                  <a:pt x="7136836" y="1828806"/>
                </a:lnTo>
                <a:cubicBezTo>
                  <a:pt x="7136836" y="1912971"/>
                  <a:pt x="7068606" y="1981200"/>
                  <a:pt x="6984442" y="1981200"/>
                </a:cubicBezTo>
                <a:lnTo>
                  <a:pt x="49671" y="1981200"/>
                </a:lnTo>
                <a:cubicBezTo>
                  <a:pt x="22239" y="1981200"/>
                  <a:pt x="0" y="1958961"/>
                  <a:pt x="0" y="19315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37636" y="3838223"/>
            <a:ext cx="49671" cy="1981200"/>
          </a:xfrm>
          <a:custGeom>
            <a:avLst/>
            <a:gdLst/>
            <a:ahLst/>
            <a:cxnLst/>
            <a:rect l="l" t="t" r="r" b="b"/>
            <a:pathLst>
              <a:path w="49671" h="1981200">
                <a:moveTo>
                  <a:pt x="49671" y="0"/>
                </a:moveTo>
                <a:lnTo>
                  <a:pt x="49671" y="0"/>
                </a:lnTo>
                <a:lnTo>
                  <a:pt x="49671" y="1981200"/>
                </a:lnTo>
                <a:lnTo>
                  <a:pt x="49671" y="1981200"/>
                </a:lnTo>
                <a:cubicBezTo>
                  <a:pt x="22239" y="1981200"/>
                  <a:pt x="0" y="1958961"/>
                  <a:pt x="0" y="19315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116471" y="40922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273634" y="42319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776871" y="4168423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6471" y="4752623"/>
            <a:ext cx="675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"Mercury."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6471" y="5260623"/>
            <a:ext cx="670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Correct!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05236" y="3838223"/>
            <a:ext cx="7136836" cy="1981200"/>
          </a:xfrm>
          <a:custGeom>
            <a:avLst/>
            <a:gdLst/>
            <a:ahLst/>
            <a:cxnLst/>
            <a:rect l="l" t="t" r="r" b="b"/>
            <a:pathLst>
              <a:path w="7136836" h="1981200">
                <a:moveTo>
                  <a:pt x="49671" y="0"/>
                </a:moveTo>
                <a:lnTo>
                  <a:pt x="6984442" y="0"/>
                </a:lnTo>
                <a:cubicBezTo>
                  <a:pt x="7068606" y="0"/>
                  <a:pt x="7136836" y="68229"/>
                  <a:pt x="7136836" y="152394"/>
                </a:cubicBezTo>
                <a:lnTo>
                  <a:pt x="7136836" y="1828806"/>
                </a:lnTo>
                <a:cubicBezTo>
                  <a:pt x="7136836" y="1912971"/>
                  <a:pt x="7068606" y="1981200"/>
                  <a:pt x="6984442" y="1981200"/>
                </a:cubicBezTo>
                <a:lnTo>
                  <a:pt x="49671" y="1981200"/>
                </a:lnTo>
                <a:cubicBezTo>
                  <a:pt x="22239" y="1981200"/>
                  <a:pt x="0" y="1958961"/>
                  <a:pt x="0" y="19315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5236" y="3838223"/>
            <a:ext cx="49671" cy="1981200"/>
          </a:xfrm>
          <a:custGeom>
            <a:avLst/>
            <a:gdLst/>
            <a:ahLst/>
            <a:cxnLst/>
            <a:rect l="l" t="t" r="r" b="b"/>
            <a:pathLst>
              <a:path w="49671" h="1981200">
                <a:moveTo>
                  <a:pt x="49671" y="0"/>
                </a:moveTo>
                <a:lnTo>
                  <a:pt x="49671" y="0"/>
                </a:lnTo>
                <a:lnTo>
                  <a:pt x="49671" y="1981200"/>
                </a:lnTo>
                <a:lnTo>
                  <a:pt x="49671" y="1981200"/>
                </a:lnTo>
                <a:cubicBezTo>
                  <a:pt x="22239" y="1981200"/>
                  <a:pt x="0" y="1958961"/>
                  <a:pt x="0" y="19315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6" name="Shape 14"/>
          <p:cNvSpPr/>
          <p:nvPr/>
        </p:nvSpPr>
        <p:spPr>
          <a:xfrm>
            <a:off x="8584071" y="40922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" name="Shape 15"/>
          <p:cNvSpPr/>
          <p:nvPr/>
        </p:nvSpPr>
        <p:spPr>
          <a:xfrm>
            <a:off x="8755521" y="42319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44471" y="4168423"/>
            <a:ext cx="118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4071" y="4752623"/>
            <a:ext cx="675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"Venus."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4071" y="5260623"/>
            <a:ext cx="670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Wrong!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9289" y="6440312"/>
            <a:ext cx="15211778" cy="886178"/>
          </a:xfrm>
          <a:custGeom>
            <a:avLst/>
            <a:gdLst/>
            <a:ahLst/>
            <a:cxnLst/>
            <a:rect l="l" t="t" r="r" b="b"/>
            <a:pathLst>
              <a:path w="15211778" h="886178">
                <a:moveTo>
                  <a:pt x="152396" y="0"/>
                </a:moveTo>
                <a:lnTo>
                  <a:pt x="15059382" y="0"/>
                </a:lnTo>
                <a:cubicBezTo>
                  <a:pt x="15143548" y="0"/>
                  <a:pt x="15211778" y="68230"/>
                  <a:pt x="15211778" y="152396"/>
                </a:cubicBezTo>
                <a:lnTo>
                  <a:pt x="15211778" y="733782"/>
                </a:lnTo>
                <a:cubicBezTo>
                  <a:pt x="15211778" y="817948"/>
                  <a:pt x="15143548" y="886178"/>
                  <a:pt x="15059382" y="886178"/>
                </a:cubicBezTo>
                <a:lnTo>
                  <a:pt x="152396" y="886178"/>
                </a:lnTo>
                <a:cubicBezTo>
                  <a:pt x="68230" y="886178"/>
                  <a:pt x="0" y="817948"/>
                  <a:pt x="0" y="733782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 w="22578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2548" y="6741725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0178" y="6705600"/>
            <a:ext cx="1438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need a way to find info by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vibes.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09115" y="83345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44550" y="8280400"/>
            <a:ext cx="149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Micro-question: Have you ever seen AI give a wrong answer?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943100" cy="558800"/>
          </a:xfrm>
          <a:custGeom>
            <a:avLst/>
            <a:gdLst/>
            <a:ahLst/>
            <a:cxnLst/>
            <a:rect l="l" t="t" r="r" b="b"/>
            <a:pathLst>
              <a:path w="1943100" h="558800">
                <a:moveTo>
                  <a:pt x="101601" y="0"/>
                </a:moveTo>
                <a:lnTo>
                  <a:pt x="1841499" y="0"/>
                </a:lnTo>
                <a:cubicBezTo>
                  <a:pt x="1897612" y="0"/>
                  <a:pt x="1943100" y="45488"/>
                  <a:pt x="1943100" y="101601"/>
                </a:cubicBezTo>
                <a:lnTo>
                  <a:pt x="1943100" y="457199"/>
                </a:lnTo>
                <a:cubicBezTo>
                  <a:pt x="1943100" y="513312"/>
                  <a:pt x="1897612" y="558800"/>
                  <a:pt x="18414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508000"/>
            <a:ext cx="20574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70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 Fail Sometimes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2746023"/>
            <a:ext cx="15240000" cy="3454400"/>
          </a:xfrm>
          <a:custGeom>
            <a:avLst/>
            <a:gdLst/>
            <a:ahLst/>
            <a:cxnLst/>
            <a:rect l="l" t="t" r="r" b="b"/>
            <a:pathLst>
              <a:path w="15240000" h="3454400">
                <a:moveTo>
                  <a:pt x="203188" y="0"/>
                </a:moveTo>
                <a:lnTo>
                  <a:pt x="15036812" y="0"/>
                </a:lnTo>
                <a:cubicBezTo>
                  <a:pt x="15149030" y="0"/>
                  <a:pt x="15240000" y="90970"/>
                  <a:pt x="15240000" y="203188"/>
                </a:cubicBezTo>
                <a:lnTo>
                  <a:pt x="15240000" y="3251212"/>
                </a:lnTo>
                <a:cubicBezTo>
                  <a:pt x="15240000" y="3363430"/>
                  <a:pt x="15149030" y="3454400"/>
                  <a:pt x="15036812" y="3454400"/>
                </a:cubicBezTo>
                <a:lnTo>
                  <a:pt x="203188" y="3454400"/>
                </a:lnTo>
                <a:cubicBezTo>
                  <a:pt x="90970" y="3454400"/>
                  <a:pt x="0" y="3363430"/>
                  <a:pt x="0" y="3251212"/>
                </a:cubicBezTo>
                <a:lnTo>
                  <a:pt x="0" y="203188"/>
                </a:lnTo>
                <a:cubicBezTo>
                  <a:pt x="0" y="91045"/>
                  <a:pt x="91045" y="0"/>
                  <a:pt x="203188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6622768" y="3050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40318" y="3050823"/>
            <a:ext cx="254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"jaguar speed"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812823"/>
            <a:ext cx="7162800" cy="2082800"/>
          </a:xfrm>
          <a:custGeom>
            <a:avLst/>
            <a:gdLst/>
            <a:ahLst/>
            <a:cxnLst/>
            <a:rect l="l" t="t" r="r" b="b"/>
            <a:pathLst>
              <a:path w="7162800" h="2082800">
                <a:moveTo>
                  <a:pt x="152398" y="0"/>
                </a:moveTo>
                <a:lnTo>
                  <a:pt x="7010402" y="0"/>
                </a:lnTo>
                <a:cubicBezTo>
                  <a:pt x="7094569" y="0"/>
                  <a:pt x="7162800" y="68231"/>
                  <a:pt x="7162800" y="152398"/>
                </a:cubicBezTo>
                <a:lnTo>
                  <a:pt x="7162800" y="1930402"/>
                </a:lnTo>
                <a:cubicBezTo>
                  <a:pt x="7162800" y="2014569"/>
                  <a:pt x="7094569" y="2082800"/>
                  <a:pt x="70104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089400" y="40668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9202" y="110609"/>
                </a:moveTo>
                <a:cubicBezTo>
                  <a:pt x="296228" y="161687"/>
                  <a:pt x="278844" y="213241"/>
                  <a:pt x="240387" y="225862"/>
                </a:cubicBezTo>
                <a:cubicBezTo>
                  <a:pt x="201930" y="238482"/>
                  <a:pt x="156924" y="207288"/>
                  <a:pt x="139898" y="156210"/>
                </a:cubicBezTo>
                <a:cubicBezTo>
                  <a:pt x="122872" y="105132"/>
                  <a:pt x="140256" y="53578"/>
                  <a:pt x="178713" y="40957"/>
                </a:cubicBezTo>
                <a:cubicBezTo>
                  <a:pt x="217170" y="28337"/>
                  <a:pt x="262176" y="59531"/>
                  <a:pt x="279202" y="110609"/>
                </a:cubicBezTo>
                <a:close/>
                <a:moveTo>
                  <a:pt x="119539" y="236458"/>
                </a:moveTo>
                <a:cubicBezTo>
                  <a:pt x="142042" y="275034"/>
                  <a:pt x="136565" y="319921"/>
                  <a:pt x="107394" y="336590"/>
                </a:cubicBezTo>
                <a:cubicBezTo>
                  <a:pt x="78224" y="353258"/>
                  <a:pt x="36314" y="335518"/>
                  <a:pt x="13930" y="296942"/>
                </a:cubicBezTo>
                <a:cubicBezTo>
                  <a:pt x="-8453" y="258366"/>
                  <a:pt x="-3096" y="213479"/>
                  <a:pt x="26075" y="196810"/>
                </a:cubicBezTo>
                <a:cubicBezTo>
                  <a:pt x="55245" y="180142"/>
                  <a:pt x="97155" y="197882"/>
                  <a:pt x="119539" y="236458"/>
                </a:cubicBezTo>
                <a:close/>
                <a:moveTo>
                  <a:pt x="82391" y="477679"/>
                </a:moveTo>
                <a:cubicBezTo>
                  <a:pt x="144780" y="309443"/>
                  <a:pt x="255627" y="266700"/>
                  <a:pt x="304800" y="266700"/>
                </a:cubicBezTo>
                <a:cubicBezTo>
                  <a:pt x="353973" y="266700"/>
                  <a:pt x="464820" y="309443"/>
                  <a:pt x="527209" y="477679"/>
                </a:cubicBezTo>
                <a:cubicBezTo>
                  <a:pt x="531495" y="489228"/>
                  <a:pt x="533400" y="501610"/>
                  <a:pt x="533400" y="513993"/>
                </a:cubicBezTo>
                <a:lnTo>
                  <a:pt x="533400" y="515898"/>
                </a:lnTo>
                <a:cubicBezTo>
                  <a:pt x="533400" y="546616"/>
                  <a:pt x="508516" y="571500"/>
                  <a:pt x="477798" y="571500"/>
                </a:cubicBezTo>
                <a:cubicBezTo>
                  <a:pt x="464106" y="571500"/>
                  <a:pt x="450533" y="569833"/>
                  <a:pt x="437317" y="566499"/>
                </a:cubicBezTo>
                <a:lnTo>
                  <a:pt x="332542" y="540306"/>
                </a:lnTo>
                <a:cubicBezTo>
                  <a:pt x="314325" y="535781"/>
                  <a:pt x="295275" y="535781"/>
                  <a:pt x="277058" y="540306"/>
                </a:cubicBezTo>
                <a:lnTo>
                  <a:pt x="172283" y="566499"/>
                </a:lnTo>
                <a:cubicBezTo>
                  <a:pt x="159068" y="569833"/>
                  <a:pt x="145494" y="571500"/>
                  <a:pt x="131802" y="571500"/>
                </a:cubicBezTo>
                <a:cubicBezTo>
                  <a:pt x="101084" y="571500"/>
                  <a:pt x="76200" y="546616"/>
                  <a:pt x="76200" y="515898"/>
                </a:cubicBezTo>
                <a:lnTo>
                  <a:pt x="76200" y="513993"/>
                </a:lnTo>
                <a:cubicBezTo>
                  <a:pt x="76200" y="501610"/>
                  <a:pt x="78105" y="489228"/>
                  <a:pt x="82391" y="477679"/>
                </a:cubicBezTo>
                <a:close/>
                <a:moveTo>
                  <a:pt x="502206" y="336590"/>
                </a:moveTo>
                <a:cubicBezTo>
                  <a:pt x="473035" y="319921"/>
                  <a:pt x="467558" y="275034"/>
                  <a:pt x="490061" y="236458"/>
                </a:cubicBezTo>
                <a:cubicBezTo>
                  <a:pt x="512564" y="197882"/>
                  <a:pt x="554355" y="180142"/>
                  <a:pt x="583525" y="196810"/>
                </a:cubicBezTo>
                <a:cubicBezTo>
                  <a:pt x="612696" y="213479"/>
                  <a:pt x="618173" y="258366"/>
                  <a:pt x="595670" y="296942"/>
                </a:cubicBezTo>
                <a:cubicBezTo>
                  <a:pt x="573167" y="335518"/>
                  <a:pt x="531376" y="353258"/>
                  <a:pt x="502206" y="336590"/>
                </a:cubicBezTo>
                <a:close/>
                <a:moveTo>
                  <a:pt x="369213" y="225862"/>
                </a:moveTo>
                <a:cubicBezTo>
                  <a:pt x="330756" y="213241"/>
                  <a:pt x="313373" y="161687"/>
                  <a:pt x="330398" y="110609"/>
                </a:cubicBezTo>
                <a:cubicBezTo>
                  <a:pt x="347424" y="59531"/>
                  <a:pt x="392430" y="28337"/>
                  <a:pt x="430887" y="40957"/>
                </a:cubicBezTo>
                <a:cubicBezTo>
                  <a:pt x="469344" y="53578"/>
                  <a:pt x="486727" y="105132"/>
                  <a:pt x="469702" y="156210"/>
                </a:cubicBezTo>
                <a:cubicBezTo>
                  <a:pt x="452676" y="207288"/>
                  <a:pt x="407670" y="238482"/>
                  <a:pt x="369213" y="2258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3300" y="4879623"/>
            <a:ext cx="678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336823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big cat in the jungle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80400" y="3812823"/>
            <a:ext cx="7162800" cy="2082800"/>
          </a:xfrm>
          <a:custGeom>
            <a:avLst/>
            <a:gdLst/>
            <a:ahLst/>
            <a:cxnLst/>
            <a:rect l="l" t="t" r="r" b="b"/>
            <a:pathLst>
              <a:path w="7162800" h="2082800">
                <a:moveTo>
                  <a:pt x="152398" y="0"/>
                </a:moveTo>
                <a:lnTo>
                  <a:pt x="7010402" y="0"/>
                </a:lnTo>
                <a:cubicBezTo>
                  <a:pt x="7094569" y="0"/>
                  <a:pt x="7162800" y="68231"/>
                  <a:pt x="7162800" y="152398"/>
                </a:cubicBezTo>
                <a:lnTo>
                  <a:pt x="7162800" y="1930402"/>
                </a:lnTo>
                <a:cubicBezTo>
                  <a:pt x="7162800" y="2014569"/>
                  <a:pt x="7094569" y="2082800"/>
                  <a:pt x="70104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57000" y="40668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60973" y="139779"/>
                </a:moveTo>
                <a:lnTo>
                  <a:pt x="129897" y="228600"/>
                </a:lnTo>
                <a:lnTo>
                  <a:pt x="479703" y="228600"/>
                </a:lnTo>
                <a:lnTo>
                  <a:pt x="448627" y="139779"/>
                </a:lnTo>
                <a:cubicBezTo>
                  <a:pt x="443270" y="124539"/>
                  <a:pt x="428863" y="114300"/>
                  <a:pt x="412671" y="114300"/>
                </a:cubicBezTo>
                <a:lnTo>
                  <a:pt x="196929" y="114300"/>
                </a:lnTo>
                <a:cubicBezTo>
                  <a:pt x="180737" y="114300"/>
                  <a:pt x="166330" y="124539"/>
                  <a:pt x="160973" y="139779"/>
                </a:cubicBezTo>
                <a:close/>
                <a:moveTo>
                  <a:pt x="47149" y="234315"/>
                </a:moveTo>
                <a:lnTo>
                  <a:pt x="89059" y="114657"/>
                </a:lnTo>
                <a:cubicBezTo>
                  <a:pt x="105132" y="68818"/>
                  <a:pt x="148352" y="38100"/>
                  <a:pt x="196929" y="38100"/>
                </a:cubicBezTo>
                <a:lnTo>
                  <a:pt x="412671" y="38100"/>
                </a:lnTo>
                <a:cubicBezTo>
                  <a:pt x="461248" y="38100"/>
                  <a:pt x="504468" y="68818"/>
                  <a:pt x="520541" y="114657"/>
                </a:cubicBezTo>
                <a:lnTo>
                  <a:pt x="562451" y="234315"/>
                </a:lnTo>
                <a:cubicBezTo>
                  <a:pt x="590074" y="245745"/>
                  <a:pt x="609600" y="273010"/>
                  <a:pt x="609600" y="304800"/>
                </a:cubicBezTo>
                <a:lnTo>
                  <a:pt x="609600" y="533400"/>
                </a:lnTo>
                <a:cubicBezTo>
                  <a:pt x="609600" y="554474"/>
                  <a:pt x="592574" y="571500"/>
                  <a:pt x="571500" y="571500"/>
                </a:cubicBezTo>
                <a:lnTo>
                  <a:pt x="533400" y="571500"/>
                </a:lnTo>
                <a:cubicBezTo>
                  <a:pt x="512326" y="571500"/>
                  <a:pt x="495300" y="554474"/>
                  <a:pt x="495300" y="533400"/>
                </a:cubicBezTo>
                <a:lnTo>
                  <a:pt x="495300" y="495300"/>
                </a:lnTo>
                <a:lnTo>
                  <a:pt x="114300" y="495300"/>
                </a:lnTo>
                <a:lnTo>
                  <a:pt x="114300" y="533400"/>
                </a:lnTo>
                <a:cubicBezTo>
                  <a:pt x="114300" y="554474"/>
                  <a:pt x="97274" y="571500"/>
                  <a:pt x="76200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304800"/>
                </a:lnTo>
                <a:cubicBezTo>
                  <a:pt x="0" y="273010"/>
                  <a:pt x="19526" y="245745"/>
                  <a:pt x="47149" y="234315"/>
                </a:cubicBezTo>
                <a:close/>
                <a:moveTo>
                  <a:pt x="152400" y="361950"/>
                </a:moveTo>
                <a:cubicBezTo>
                  <a:pt x="152400" y="340922"/>
                  <a:pt x="135328" y="323850"/>
                  <a:pt x="114300" y="323850"/>
                </a:cubicBezTo>
                <a:cubicBezTo>
                  <a:pt x="93272" y="323850"/>
                  <a:pt x="76200" y="340922"/>
                  <a:pt x="76200" y="361950"/>
                </a:cubicBezTo>
                <a:cubicBezTo>
                  <a:pt x="76200" y="382978"/>
                  <a:pt x="93272" y="400050"/>
                  <a:pt x="114300" y="400050"/>
                </a:cubicBezTo>
                <a:cubicBezTo>
                  <a:pt x="135328" y="400050"/>
                  <a:pt x="152400" y="382978"/>
                  <a:pt x="152400" y="361950"/>
                </a:cubicBezTo>
                <a:close/>
                <a:moveTo>
                  <a:pt x="495300" y="400050"/>
                </a:moveTo>
                <a:cubicBezTo>
                  <a:pt x="516328" y="400050"/>
                  <a:pt x="533400" y="382978"/>
                  <a:pt x="533400" y="361950"/>
                </a:cubicBezTo>
                <a:cubicBezTo>
                  <a:pt x="533400" y="340922"/>
                  <a:pt x="516328" y="323850"/>
                  <a:pt x="495300" y="323850"/>
                </a:cubicBezTo>
                <a:cubicBezTo>
                  <a:pt x="474272" y="323850"/>
                  <a:pt x="457200" y="340922"/>
                  <a:pt x="457200" y="361950"/>
                </a:cubicBezTo>
                <a:cubicBezTo>
                  <a:pt x="457200" y="382978"/>
                  <a:pt x="474272" y="400050"/>
                  <a:pt x="495300" y="4000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470900" y="4879623"/>
            <a:ext cx="678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3600" y="5336823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luxury sports vehicle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9289" y="6516510"/>
            <a:ext cx="15211778" cy="886178"/>
          </a:xfrm>
          <a:custGeom>
            <a:avLst/>
            <a:gdLst/>
            <a:ahLst/>
            <a:cxnLst/>
            <a:rect l="l" t="t" r="r" b="b"/>
            <a:pathLst>
              <a:path w="15211778" h="886178">
                <a:moveTo>
                  <a:pt x="152396" y="0"/>
                </a:moveTo>
                <a:lnTo>
                  <a:pt x="15059382" y="0"/>
                </a:lnTo>
                <a:cubicBezTo>
                  <a:pt x="15143548" y="0"/>
                  <a:pt x="15211778" y="68230"/>
                  <a:pt x="15211778" y="152396"/>
                </a:cubicBezTo>
                <a:lnTo>
                  <a:pt x="15211778" y="733782"/>
                </a:lnTo>
                <a:cubicBezTo>
                  <a:pt x="15211778" y="817948"/>
                  <a:pt x="15143548" y="886178"/>
                  <a:pt x="15059382" y="886178"/>
                </a:cubicBezTo>
                <a:lnTo>
                  <a:pt x="152396" y="886178"/>
                </a:lnTo>
                <a:cubicBezTo>
                  <a:pt x="68230" y="886178"/>
                  <a:pt x="0" y="817948"/>
                  <a:pt x="0" y="733782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22578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2515" y="68179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0178" y="6781800"/>
            <a:ext cx="1438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want: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by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matching words.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99587" y="83345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44550" y="8280400"/>
            <a:ext cx="149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Micro-question: Can you think of another word with two meanings?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019300" cy="558800"/>
          </a:xfrm>
          <a:custGeom>
            <a:avLst/>
            <a:gdLst/>
            <a:ahLst/>
            <a:cxnLst/>
            <a:rect l="l" t="t" r="r" b="b"/>
            <a:pathLst>
              <a:path w="2019300" h="558800">
                <a:moveTo>
                  <a:pt x="101601" y="0"/>
                </a:moveTo>
                <a:lnTo>
                  <a:pt x="1917699" y="0"/>
                </a:lnTo>
                <a:cubicBezTo>
                  <a:pt x="1973812" y="0"/>
                  <a:pt x="2019300" y="45488"/>
                  <a:pt x="2019300" y="101601"/>
                </a:cubicBezTo>
                <a:lnTo>
                  <a:pt x="2019300" y="457199"/>
                </a:lnTo>
                <a:cubicBezTo>
                  <a:pt x="2019300" y="513312"/>
                  <a:pt x="1973812" y="558800"/>
                  <a:pt x="19176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508000"/>
            <a:ext cx="21336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70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Embedding?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3397250"/>
            <a:ext cx="7213600" cy="1993900"/>
          </a:xfrm>
          <a:custGeom>
            <a:avLst/>
            <a:gdLst/>
            <a:ahLst/>
            <a:cxnLst/>
            <a:rect l="l" t="t" r="r" b="b"/>
            <a:pathLst>
              <a:path w="7213600" h="1993900">
                <a:moveTo>
                  <a:pt x="203198" y="0"/>
                </a:moveTo>
                <a:lnTo>
                  <a:pt x="7010402" y="0"/>
                </a:lnTo>
                <a:cubicBezTo>
                  <a:pt x="7122625" y="0"/>
                  <a:pt x="7213600" y="90975"/>
                  <a:pt x="7213600" y="203198"/>
                </a:cubicBezTo>
                <a:lnTo>
                  <a:pt x="7213600" y="1790702"/>
                </a:lnTo>
                <a:cubicBezTo>
                  <a:pt x="7213600" y="1902925"/>
                  <a:pt x="7122625" y="1993900"/>
                  <a:pt x="7010402" y="1993900"/>
                </a:cubicBezTo>
                <a:lnTo>
                  <a:pt x="203198" y="1993900"/>
                </a:lnTo>
                <a:cubicBezTo>
                  <a:pt x="90975" y="1993900"/>
                  <a:pt x="0" y="1902925"/>
                  <a:pt x="0" y="17907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3702050"/>
            <a:ext cx="675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26085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embedding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of numbers 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represents </a:t>
            </a:r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5594350"/>
            <a:ext cx="7213600" cy="1625600"/>
          </a:xfrm>
          <a:custGeom>
            <a:avLst/>
            <a:gdLst/>
            <a:ahLst/>
            <a:cxnLst/>
            <a:rect l="l" t="t" r="r" b="b"/>
            <a:pathLst>
              <a:path w="7213600" h="1625600">
                <a:moveTo>
                  <a:pt x="152400" y="0"/>
                </a:moveTo>
                <a:lnTo>
                  <a:pt x="7061200" y="0"/>
                </a:lnTo>
                <a:cubicBezTo>
                  <a:pt x="7145312" y="0"/>
                  <a:pt x="7213600" y="68288"/>
                  <a:pt x="7213600" y="152400"/>
                </a:cubicBezTo>
                <a:lnTo>
                  <a:pt x="7213600" y="1473200"/>
                </a:lnTo>
                <a:cubicBezTo>
                  <a:pt x="7213600" y="1557312"/>
                  <a:pt x="7145312" y="1625600"/>
                  <a:pt x="70612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822325" y="590253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55700" y="584835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GPS coordinates, but for ideas.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35635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as coordinates locate places on a map, embeddings locate ideas in "meaning space."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6400" y="1981200"/>
            <a:ext cx="7721600" cy="6654800"/>
          </a:xfrm>
          <a:custGeom>
            <a:avLst/>
            <a:gdLst/>
            <a:ahLst/>
            <a:cxnLst/>
            <a:rect l="l" t="t" r="r" b="b"/>
            <a:pathLst>
              <a:path w="7721600" h="6654800">
                <a:moveTo>
                  <a:pt x="203171" y="0"/>
                </a:moveTo>
                <a:lnTo>
                  <a:pt x="7518429" y="0"/>
                </a:lnTo>
                <a:cubicBezTo>
                  <a:pt x="7630637" y="0"/>
                  <a:pt x="7721600" y="90963"/>
                  <a:pt x="7721600" y="203171"/>
                </a:cubicBezTo>
                <a:lnTo>
                  <a:pt x="7721600" y="6451629"/>
                </a:lnTo>
                <a:cubicBezTo>
                  <a:pt x="7721600" y="6563837"/>
                  <a:pt x="7630637" y="6654800"/>
                  <a:pt x="7518429" y="6654800"/>
                </a:cubicBezTo>
                <a:lnTo>
                  <a:pt x="203171" y="6654800"/>
                </a:lnTo>
                <a:cubicBezTo>
                  <a:pt x="90963" y="6654800"/>
                  <a:pt x="0" y="6563837"/>
                  <a:pt x="0" y="6451629"/>
                </a:cubicBezTo>
                <a:lnTo>
                  <a:pt x="0" y="203171"/>
                </a:lnTo>
                <a:cubicBezTo>
                  <a:pt x="0" y="91038"/>
                  <a:pt x="91038" y="0"/>
                  <a:pt x="203171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16900" y="22352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Meaning Map</a:t>
            </a:r>
            <a:endParaRPr lang="en-US" sz="1600" dirty="0"/>
          </a:p>
        </p:txBody>
      </p:sp>
      <p:pic>
        <p:nvPicPr>
          <p:cNvPr id="14" name="Image 0" descr="https://kimi-img.moonshot.cn/pub/slides/26-02-10-11:23:06-d65a96mfaja04tlsuubg">    </p:cNvPr>
          <p:cNvPicPr>
            <a:picLocks noChangeAspect="1"/>
          </p:cNvPicPr>
          <p:nvPr/>
        </p:nvPicPr>
        <p:blipFill>
          <a:blip r:embed="rId1"/>
          <a:srcRect l="5" r="5" t="0" b="0"/>
          <a:stretch/>
        </p:blipFill>
        <p:spPr>
          <a:xfrm>
            <a:off x="8280400" y="2794000"/>
            <a:ext cx="7213600" cy="5588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Vectors: Lists of Numbers You Can Draw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2857996"/>
            <a:ext cx="7213600" cy="1485900"/>
          </a:xfrm>
          <a:custGeom>
            <a:avLst/>
            <a:gdLst/>
            <a:ahLst/>
            <a:cxnLst/>
            <a:rect l="l" t="t" r="r" b="b"/>
            <a:pathLst>
              <a:path w="7213600" h="1485900">
                <a:moveTo>
                  <a:pt x="203197" y="0"/>
                </a:moveTo>
                <a:lnTo>
                  <a:pt x="7010403" y="0"/>
                </a:lnTo>
                <a:cubicBezTo>
                  <a:pt x="7122626" y="0"/>
                  <a:pt x="7213600" y="90974"/>
                  <a:pt x="7213600" y="203197"/>
                </a:cubicBezTo>
                <a:lnTo>
                  <a:pt x="7213600" y="1282703"/>
                </a:lnTo>
                <a:cubicBezTo>
                  <a:pt x="7213600" y="1394926"/>
                  <a:pt x="7122626" y="1485900"/>
                  <a:pt x="7010403" y="1485900"/>
                </a:cubicBezTo>
                <a:lnTo>
                  <a:pt x="203197" y="1485900"/>
                </a:lnTo>
                <a:cubicBezTo>
                  <a:pt x="90974" y="1485900"/>
                  <a:pt x="0" y="1394926"/>
                  <a:pt x="0" y="1282703"/>
                </a:cubicBezTo>
                <a:lnTo>
                  <a:pt x="0" y="203197"/>
                </a:lnTo>
                <a:cubicBezTo>
                  <a:pt x="0" y="90974"/>
                  <a:pt x="90974" y="0"/>
                  <a:pt x="203197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111996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670796"/>
            <a:ext cx="683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list of numbers you can draw as an 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arrow 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4540746"/>
            <a:ext cx="7213600" cy="1625600"/>
          </a:xfrm>
          <a:custGeom>
            <a:avLst/>
            <a:gdLst/>
            <a:ahLst/>
            <a:cxnLst/>
            <a:rect l="l" t="t" r="r" b="b"/>
            <a:pathLst>
              <a:path w="7213600" h="1625600">
                <a:moveTo>
                  <a:pt x="152400" y="0"/>
                </a:moveTo>
                <a:lnTo>
                  <a:pt x="7061200" y="0"/>
                </a:lnTo>
                <a:cubicBezTo>
                  <a:pt x="7145312" y="0"/>
                  <a:pt x="7213600" y="68288"/>
                  <a:pt x="7213600" y="152400"/>
                </a:cubicBezTo>
                <a:lnTo>
                  <a:pt x="7213600" y="1473200"/>
                </a:lnTo>
                <a:cubicBezTo>
                  <a:pt x="7213600" y="1557312"/>
                  <a:pt x="7145312" y="1625600"/>
                  <a:pt x="70612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47981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4743946"/>
            <a:ext cx="652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[3, 2] means: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5251946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Go 3 units right (x-axis)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658346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Go 2 units up (y-axis)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516" y="6374062"/>
            <a:ext cx="7209931" cy="618631"/>
          </a:xfrm>
          <a:custGeom>
            <a:avLst/>
            <a:gdLst/>
            <a:ahLst/>
            <a:cxnLst/>
            <a:rect l="l" t="t" r="r" b="b"/>
            <a:pathLst>
              <a:path w="7209931" h="618631">
                <a:moveTo>
                  <a:pt x="101598" y="0"/>
                </a:moveTo>
                <a:lnTo>
                  <a:pt x="7108333" y="0"/>
                </a:lnTo>
                <a:cubicBezTo>
                  <a:pt x="7164444" y="0"/>
                  <a:pt x="7209931" y="45487"/>
                  <a:pt x="7209931" y="101598"/>
                </a:cubicBezTo>
                <a:lnTo>
                  <a:pt x="7209931" y="517033"/>
                </a:lnTo>
                <a:cubicBezTo>
                  <a:pt x="7209931" y="573144"/>
                  <a:pt x="7164444" y="618631"/>
                  <a:pt x="7108333" y="618631"/>
                </a:cubicBezTo>
                <a:lnTo>
                  <a:pt x="101598" y="618631"/>
                </a:lnTo>
                <a:cubicBezTo>
                  <a:pt x="45487" y="618631"/>
                  <a:pt x="0" y="573144"/>
                  <a:pt x="0" y="517033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9031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831" y="6567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25031" y="6530975"/>
            <a:ext cx="664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 and y are called "features" — they describe properties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26400" y="1219200"/>
            <a:ext cx="7721600" cy="7416800"/>
          </a:xfrm>
          <a:custGeom>
            <a:avLst/>
            <a:gdLst/>
            <a:ahLst/>
            <a:cxnLst/>
            <a:rect l="l" t="t" r="r" b="b"/>
            <a:pathLst>
              <a:path w="7721600" h="7416800">
                <a:moveTo>
                  <a:pt x="203220" y="0"/>
                </a:moveTo>
                <a:lnTo>
                  <a:pt x="7518380" y="0"/>
                </a:lnTo>
                <a:cubicBezTo>
                  <a:pt x="7630615" y="0"/>
                  <a:pt x="7721600" y="90985"/>
                  <a:pt x="7721600" y="203220"/>
                </a:cubicBezTo>
                <a:lnTo>
                  <a:pt x="7721600" y="7213580"/>
                </a:lnTo>
                <a:cubicBezTo>
                  <a:pt x="7721600" y="7325815"/>
                  <a:pt x="7630615" y="7416800"/>
                  <a:pt x="7518380" y="7416800"/>
                </a:cubicBezTo>
                <a:lnTo>
                  <a:pt x="203220" y="7416800"/>
                </a:lnTo>
                <a:cubicBezTo>
                  <a:pt x="90985" y="7416800"/>
                  <a:pt x="0" y="7325815"/>
                  <a:pt x="0" y="7213580"/>
                </a:cubicBezTo>
                <a:lnTo>
                  <a:pt x="0" y="203220"/>
                </a:lnTo>
                <a:cubicBezTo>
                  <a:pt x="0" y="91060"/>
                  <a:pt x="91060" y="0"/>
                  <a:pt x="203220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347200" y="2514600"/>
            <a:ext cx="5080000" cy="4826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Similarity: Direction Matters More Than Length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2751596"/>
            <a:ext cx="8051800" cy="1231900"/>
          </a:xfrm>
          <a:custGeom>
            <a:avLst/>
            <a:gdLst/>
            <a:ahLst/>
            <a:cxnLst/>
            <a:rect l="l" t="t" r="r" b="b"/>
            <a:pathLst>
              <a:path w="8051800" h="1231900">
                <a:moveTo>
                  <a:pt x="203202" y="0"/>
                </a:moveTo>
                <a:lnTo>
                  <a:pt x="7848598" y="0"/>
                </a:lnTo>
                <a:cubicBezTo>
                  <a:pt x="7960823" y="0"/>
                  <a:pt x="8051800" y="90977"/>
                  <a:pt x="8051800" y="203202"/>
                </a:cubicBezTo>
                <a:lnTo>
                  <a:pt x="8051800" y="1028698"/>
                </a:lnTo>
                <a:cubicBezTo>
                  <a:pt x="8051800" y="1140923"/>
                  <a:pt x="7960823" y="1231900"/>
                  <a:pt x="7848598" y="1231900"/>
                </a:cubicBezTo>
                <a:lnTo>
                  <a:pt x="203202" y="1231900"/>
                </a:lnTo>
                <a:cubicBezTo>
                  <a:pt x="90977" y="1231900"/>
                  <a:pt x="0" y="1140923"/>
                  <a:pt x="0" y="10286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11200" y="2954796"/>
            <a:ext cx="777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1200" y="3411996"/>
            <a:ext cx="77597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how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aligned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arrows 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4139071"/>
            <a:ext cx="8051800" cy="1676400"/>
          </a:xfrm>
          <a:custGeom>
            <a:avLst/>
            <a:gdLst/>
            <a:ahLst/>
            <a:cxnLst/>
            <a:rect l="l" t="t" r="r" b="b"/>
            <a:pathLst>
              <a:path w="8051800" h="1676400">
                <a:moveTo>
                  <a:pt x="152402" y="0"/>
                </a:moveTo>
                <a:lnTo>
                  <a:pt x="7899398" y="0"/>
                </a:lnTo>
                <a:cubicBezTo>
                  <a:pt x="7983568" y="0"/>
                  <a:pt x="8051800" y="68232"/>
                  <a:pt x="8051800" y="152402"/>
                </a:cubicBezTo>
                <a:lnTo>
                  <a:pt x="8051800" y="1523998"/>
                </a:lnTo>
                <a:cubicBezTo>
                  <a:pt x="8051800" y="1608168"/>
                  <a:pt x="7983568" y="1676400"/>
                  <a:pt x="7899398" y="1676400"/>
                </a:cubicBezTo>
                <a:lnTo>
                  <a:pt x="152402" y="1676400"/>
                </a:lnTo>
                <a:cubicBezTo>
                  <a:pt x="68232" y="1676400"/>
                  <a:pt x="0" y="1608168"/>
                  <a:pt x="0" y="15239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4327599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27000" y="203200"/>
                </a:lnTo>
                <a:cubicBezTo>
                  <a:pt x="141010" y="203200"/>
                  <a:pt x="152400" y="191810"/>
                  <a:pt x="152400" y="177800"/>
                </a:cubicBezTo>
                <a:lnTo>
                  <a:pt x="152400" y="25400"/>
                </a:lnTo>
                <a:cubicBezTo>
                  <a:pt x="152400" y="11390"/>
                  <a:pt x="141010" y="0"/>
                  <a:pt x="127000" y="0"/>
                </a:cubicBezTo>
                <a:lnTo>
                  <a:pt x="25400" y="0"/>
                </a:lnTo>
                <a:close/>
                <a:moveTo>
                  <a:pt x="38100" y="25400"/>
                </a:moveTo>
                <a:lnTo>
                  <a:pt x="114300" y="25400"/>
                </a:lnTo>
                <a:cubicBezTo>
                  <a:pt x="121325" y="25400"/>
                  <a:pt x="127000" y="31075"/>
                  <a:pt x="127000" y="381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38100" y="63500"/>
                </a:lnTo>
                <a:cubicBezTo>
                  <a:pt x="31075" y="63500"/>
                  <a:pt x="25400" y="57825"/>
                  <a:pt x="25400" y="50800"/>
                </a:cubicBezTo>
                <a:lnTo>
                  <a:pt x="25400" y="38100"/>
                </a:lnTo>
                <a:cubicBezTo>
                  <a:pt x="25400" y="31075"/>
                  <a:pt x="31075" y="25400"/>
                  <a:pt x="38100" y="25400"/>
                </a:cubicBezTo>
                <a:close/>
                <a:moveTo>
                  <a:pt x="44450" y="92075"/>
                </a:moveTo>
                <a:cubicBezTo>
                  <a:pt x="44450" y="97332"/>
                  <a:pt x="40182" y="101600"/>
                  <a:pt x="34925" y="101600"/>
                </a:cubicBezTo>
                <a:cubicBezTo>
                  <a:pt x="29668" y="101600"/>
                  <a:pt x="25400" y="97332"/>
                  <a:pt x="25400" y="92075"/>
                </a:cubicBezTo>
                <a:cubicBezTo>
                  <a:pt x="25400" y="86818"/>
                  <a:pt x="29668" y="82550"/>
                  <a:pt x="34925" y="82550"/>
                </a:cubicBezTo>
                <a:cubicBezTo>
                  <a:pt x="40182" y="82550"/>
                  <a:pt x="44450" y="86818"/>
                  <a:pt x="44450" y="92075"/>
                </a:cubicBezTo>
                <a:close/>
                <a:moveTo>
                  <a:pt x="76200" y="101600"/>
                </a:moveTo>
                <a:cubicBezTo>
                  <a:pt x="70943" y="101600"/>
                  <a:pt x="66675" y="97332"/>
                  <a:pt x="66675" y="92075"/>
                </a:cubicBezTo>
                <a:cubicBezTo>
                  <a:pt x="66675" y="86818"/>
                  <a:pt x="70943" y="82550"/>
                  <a:pt x="76200" y="82550"/>
                </a:cubicBezTo>
                <a:cubicBezTo>
                  <a:pt x="81457" y="82550"/>
                  <a:pt x="85725" y="86818"/>
                  <a:pt x="85725" y="92075"/>
                </a:cubicBezTo>
                <a:cubicBezTo>
                  <a:pt x="85725" y="97332"/>
                  <a:pt x="81457" y="101600"/>
                  <a:pt x="76200" y="101600"/>
                </a:cubicBezTo>
                <a:close/>
                <a:moveTo>
                  <a:pt x="127000" y="92075"/>
                </a:moveTo>
                <a:cubicBezTo>
                  <a:pt x="127000" y="97332"/>
                  <a:pt x="122732" y="101600"/>
                  <a:pt x="117475" y="101600"/>
                </a:cubicBezTo>
                <a:cubicBezTo>
                  <a:pt x="112218" y="101600"/>
                  <a:pt x="107950" y="97332"/>
                  <a:pt x="107950" y="92075"/>
                </a:cubicBezTo>
                <a:cubicBezTo>
                  <a:pt x="107950" y="86818"/>
                  <a:pt x="112218" y="82550"/>
                  <a:pt x="117475" y="82550"/>
                </a:cubicBezTo>
                <a:cubicBezTo>
                  <a:pt x="122732" y="82550"/>
                  <a:pt x="127000" y="86818"/>
                  <a:pt x="127000" y="92075"/>
                </a:cubicBezTo>
                <a:close/>
                <a:moveTo>
                  <a:pt x="34925" y="139700"/>
                </a:moveTo>
                <a:cubicBezTo>
                  <a:pt x="29668" y="139700"/>
                  <a:pt x="25400" y="135432"/>
                  <a:pt x="25400" y="130175"/>
                </a:cubicBezTo>
                <a:cubicBezTo>
                  <a:pt x="25400" y="124918"/>
                  <a:pt x="29668" y="120650"/>
                  <a:pt x="34925" y="120650"/>
                </a:cubicBezTo>
                <a:cubicBezTo>
                  <a:pt x="40182" y="120650"/>
                  <a:pt x="44450" y="124918"/>
                  <a:pt x="44450" y="130175"/>
                </a:cubicBezTo>
                <a:cubicBezTo>
                  <a:pt x="44450" y="135432"/>
                  <a:pt x="40182" y="139700"/>
                  <a:pt x="34925" y="139700"/>
                </a:cubicBezTo>
                <a:close/>
                <a:moveTo>
                  <a:pt x="85725" y="130175"/>
                </a:moveTo>
                <a:cubicBezTo>
                  <a:pt x="85725" y="135432"/>
                  <a:pt x="81457" y="139700"/>
                  <a:pt x="76200" y="139700"/>
                </a:cubicBezTo>
                <a:cubicBezTo>
                  <a:pt x="70943" y="139700"/>
                  <a:pt x="66675" y="135432"/>
                  <a:pt x="66675" y="130175"/>
                </a:cubicBezTo>
                <a:cubicBezTo>
                  <a:pt x="66675" y="124918"/>
                  <a:pt x="70943" y="120650"/>
                  <a:pt x="76200" y="120650"/>
                </a:cubicBezTo>
                <a:cubicBezTo>
                  <a:pt x="81457" y="120650"/>
                  <a:pt x="85725" y="124918"/>
                  <a:pt x="85725" y="130175"/>
                </a:cubicBezTo>
                <a:close/>
                <a:moveTo>
                  <a:pt x="117475" y="139700"/>
                </a:moveTo>
                <a:cubicBezTo>
                  <a:pt x="112218" y="139700"/>
                  <a:pt x="107950" y="135432"/>
                  <a:pt x="107950" y="130175"/>
                </a:cubicBezTo>
                <a:cubicBezTo>
                  <a:pt x="107950" y="124918"/>
                  <a:pt x="112218" y="120650"/>
                  <a:pt x="117475" y="120650"/>
                </a:cubicBezTo>
                <a:cubicBezTo>
                  <a:pt x="122732" y="120650"/>
                  <a:pt x="127000" y="124918"/>
                  <a:pt x="127000" y="130175"/>
                </a:cubicBezTo>
                <a:cubicBezTo>
                  <a:pt x="127000" y="135432"/>
                  <a:pt x="122732" y="139700"/>
                  <a:pt x="117475" y="139700"/>
                </a:cubicBezTo>
                <a:close/>
                <a:moveTo>
                  <a:pt x="25400" y="168275"/>
                </a:moveTo>
                <a:cubicBezTo>
                  <a:pt x="25400" y="162997"/>
                  <a:pt x="29647" y="158750"/>
                  <a:pt x="34925" y="158750"/>
                </a:cubicBezTo>
                <a:lnTo>
                  <a:pt x="79375" y="158750"/>
                </a:lnTo>
                <a:cubicBezTo>
                  <a:pt x="84653" y="158750"/>
                  <a:pt x="88900" y="162997"/>
                  <a:pt x="88900" y="168275"/>
                </a:cubicBezTo>
                <a:cubicBezTo>
                  <a:pt x="88900" y="173553"/>
                  <a:pt x="84653" y="177800"/>
                  <a:pt x="79375" y="177800"/>
                </a:cubicBezTo>
                <a:lnTo>
                  <a:pt x="34925" y="177800"/>
                </a:lnTo>
                <a:cubicBezTo>
                  <a:pt x="29647" y="177800"/>
                  <a:pt x="25400" y="173553"/>
                  <a:pt x="25400" y="168275"/>
                </a:cubicBezTo>
                <a:close/>
                <a:moveTo>
                  <a:pt x="117475" y="158750"/>
                </a:moveTo>
                <a:cubicBezTo>
                  <a:pt x="122753" y="158750"/>
                  <a:pt x="127000" y="162997"/>
                  <a:pt x="127000" y="168275"/>
                </a:cubicBezTo>
                <a:cubicBezTo>
                  <a:pt x="127000" y="173553"/>
                  <a:pt x="122753" y="177800"/>
                  <a:pt x="117475" y="177800"/>
                </a:cubicBezTo>
                <a:cubicBezTo>
                  <a:pt x="112197" y="177800"/>
                  <a:pt x="107950" y="173553"/>
                  <a:pt x="107950" y="168275"/>
                </a:cubicBezTo>
                <a:cubicBezTo>
                  <a:pt x="107950" y="162997"/>
                  <a:pt x="112197" y="158750"/>
                  <a:pt x="117475" y="1587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291471"/>
            <a:ext cx="749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Formula (annotated):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0400" y="4697871"/>
            <a:ext cx="7747000" cy="965200"/>
          </a:xfrm>
          <a:custGeom>
            <a:avLst/>
            <a:gdLst/>
            <a:ahLst/>
            <a:cxnLst/>
            <a:rect l="l" t="t" r="r" b="b"/>
            <a:pathLst>
              <a:path w="7747000" h="965200">
                <a:moveTo>
                  <a:pt x="101597" y="0"/>
                </a:moveTo>
                <a:lnTo>
                  <a:pt x="7645403" y="0"/>
                </a:lnTo>
                <a:cubicBezTo>
                  <a:pt x="7701513" y="0"/>
                  <a:pt x="7747000" y="45487"/>
                  <a:pt x="7747000" y="101597"/>
                </a:cubicBezTo>
                <a:lnTo>
                  <a:pt x="7747000" y="863603"/>
                </a:lnTo>
                <a:cubicBezTo>
                  <a:pt x="7747000" y="919713"/>
                  <a:pt x="7701513" y="965200"/>
                  <a:pt x="76454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4850271"/>
            <a:ext cx="754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cosine(u,v) = (u·v) / (||u|| ||v||)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3491" y="5256671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↑ alignment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18091" y="5256671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63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↑ sizes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06042" y="5256671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↑ fair compare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516" y="5972387"/>
            <a:ext cx="3933331" cy="1025031"/>
          </a:xfrm>
          <a:custGeom>
            <a:avLst/>
            <a:gdLst/>
            <a:ahLst/>
            <a:cxnLst/>
            <a:rect l="l" t="t" r="r" b="b"/>
            <a:pathLst>
              <a:path w="3933331" h="1025031">
                <a:moveTo>
                  <a:pt x="101601" y="0"/>
                </a:moveTo>
                <a:lnTo>
                  <a:pt x="3831730" y="0"/>
                </a:lnTo>
                <a:cubicBezTo>
                  <a:pt x="3887843" y="0"/>
                  <a:pt x="3933331" y="45488"/>
                  <a:pt x="3933331" y="101601"/>
                </a:cubicBezTo>
                <a:lnTo>
                  <a:pt x="3933331" y="923430"/>
                </a:lnTo>
                <a:cubicBezTo>
                  <a:pt x="3933331" y="979543"/>
                  <a:pt x="3887843" y="1025031"/>
                  <a:pt x="3831730" y="1025031"/>
                </a:cubicBezTo>
                <a:lnTo>
                  <a:pt x="101601" y="1025031"/>
                </a:lnTo>
                <a:cubicBezTo>
                  <a:pt x="45488" y="1025031"/>
                  <a:pt x="0" y="979543"/>
                  <a:pt x="0" y="923430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9031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281" y="6129306"/>
            <a:ext cx="373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Direction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631" y="6535706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≈ 1.0 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2076" y="5972387"/>
            <a:ext cx="3933331" cy="1025031"/>
          </a:xfrm>
          <a:custGeom>
            <a:avLst/>
            <a:gdLst/>
            <a:ahLst/>
            <a:cxnLst/>
            <a:rect l="l" t="t" r="r" b="b"/>
            <a:pathLst>
              <a:path w="3933331" h="1025031">
                <a:moveTo>
                  <a:pt x="101601" y="0"/>
                </a:moveTo>
                <a:lnTo>
                  <a:pt x="3831730" y="0"/>
                </a:lnTo>
                <a:cubicBezTo>
                  <a:pt x="3887843" y="0"/>
                  <a:pt x="3933331" y="45488"/>
                  <a:pt x="3933331" y="101601"/>
                </a:cubicBezTo>
                <a:lnTo>
                  <a:pt x="3933331" y="923430"/>
                </a:lnTo>
                <a:cubicBezTo>
                  <a:pt x="3933331" y="979543"/>
                  <a:pt x="3887843" y="1025031"/>
                  <a:pt x="3831730" y="1025031"/>
                </a:cubicBezTo>
                <a:lnTo>
                  <a:pt x="101601" y="1025031"/>
                </a:lnTo>
                <a:cubicBezTo>
                  <a:pt x="45488" y="1025031"/>
                  <a:pt x="0" y="979543"/>
                  <a:pt x="0" y="923430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EF2F2"/>
          </a:solidFill>
          <a:ln w="9031">
            <a:solidFill>
              <a:srgbClr val="FF64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1841" y="6129306"/>
            <a:ext cx="373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Opposite Direction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18191" y="6535706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≈ -1.0 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57920" y="1117600"/>
            <a:ext cx="6985000" cy="7518400"/>
          </a:xfrm>
          <a:custGeom>
            <a:avLst/>
            <a:gdLst/>
            <a:ahLst/>
            <a:cxnLst/>
            <a:rect l="l" t="t" r="r" b="b"/>
            <a:pathLst>
              <a:path w="6985000" h="7518400">
                <a:moveTo>
                  <a:pt x="203194" y="0"/>
                </a:moveTo>
                <a:lnTo>
                  <a:pt x="6781806" y="0"/>
                </a:lnTo>
                <a:cubicBezTo>
                  <a:pt x="6894027" y="0"/>
                  <a:pt x="6985000" y="90973"/>
                  <a:pt x="6985000" y="203194"/>
                </a:cubicBezTo>
                <a:lnTo>
                  <a:pt x="6985000" y="7315206"/>
                </a:lnTo>
                <a:cubicBezTo>
                  <a:pt x="6985000" y="7427427"/>
                  <a:pt x="6894027" y="7518400"/>
                  <a:pt x="6781806" y="7518400"/>
                </a:cubicBezTo>
                <a:lnTo>
                  <a:pt x="203194" y="7518400"/>
                </a:lnTo>
                <a:cubicBezTo>
                  <a:pt x="90973" y="7518400"/>
                  <a:pt x="0" y="7427427"/>
                  <a:pt x="0" y="7315206"/>
                </a:cubicBezTo>
                <a:lnTo>
                  <a:pt x="0" y="203194"/>
                </a:lnTo>
                <a:cubicBezTo>
                  <a:pt x="0" y="90973"/>
                  <a:pt x="90973" y="0"/>
                  <a:pt x="203194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712961" y="2590800"/>
            <a:ext cx="5080000" cy="4572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4076700" cy="558800"/>
          </a:xfrm>
          <a:custGeom>
            <a:avLst/>
            <a:gdLst/>
            <a:ahLst/>
            <a:cxnLst/>
            <a:rect l="l" t="t" r="r" b="b"/>
            <a:pathLst>
              <a:path w="4076700" h="558800">
                <a:moveTo>
                  <a:pt x="101601" y="0"/>
                </a:moveTo>
                <a:lnTo>
                  <a:pt x="3975099" y="0"/>
                </a:lnTo>
                <a:cubicBezTo>
                  <a:pt x="4031212" y="0"/>
                  <a:pt x="4076700" y="45488"/>
                  <a:pt x="4076700" y="101601"/>
                </a:cubicBezTo>
                <a:lnTo>
                  <a:pt x="4076700" y="457199"/>
                </a:lnTo>
                <a:cubicBezTo>
                  <a:pt x="4076700" y="513312"/>
                  <a:pt x="4031212" y="558800"/>
                  <a:pt x="39750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508000"/>
            <a:ext cx="41910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ACTIVITY (8 MINUTES)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 the Best Match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3676793"/>
            <a:ext cx="7518400" cy="762000"/>
          </a:xfrm>
          <a:custGeom>
            <a:avLst/>
            <a:gdLst/>
            <a:ahLst/>
            <a:cxnLst/>
            <a:rect l="l" t="t" r="r" b="b"/>
            <a:pathLst>
              <a:path w="7518400" h="762000">
                <a:moveTo>
                  <a:pt x="152400" y="0"/>
                </a:moveTo>
                <a:lnTo>
                  <a:pt x="7366000" y="0"/>
                </a:lnTo>
                <a:cubicBezTo>
                  <a:pt x="7450112" y="0"/>
                  <a:pt x="7518400" y="68288"/>
                  <a:pt x="7518400" y="152400"/>
                </a:cubicBezTo>
                <a:lnTo>
                  <a:pt x="7518400" y="609600"/>
                </a:lnTo>
                <a:cubicBezTo>
                  <a:pt x="7518400" y="693712"/>
                  <a:pt x="7450112" y="762000"/>
                  <a:pt x="73660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663575" y="388337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54100" y="3829193"/>
            <a:ext cx="693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in groups of 3-4. No devices needed!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4540393"/>
            <a:ext cx="7518400" cy="2489200"/>
          </a:xfrm>
          <a:custGeom>
            <a:avLst/>
            <a:gdLst/>
            <a:ahLst/>
            <a:cxnLst/>
            <a:rect l="l" t="t" r="r" b="b"/>
            <a:pathLst>
              <a:path w="7518400" h="2489200">
                <a:moveTo>
                  <a:pt x="152389" y="0"/>
                </a:moveTo>
                <a:lnTo>
                  <a:pt x="7366011" y="0"/>
                </a:lnTo>
                <a:cubicBezTo>
                  <a:pt x="7450173" y="0"/>
                  <a:pt x="7518400" y="68227"/>
                  <a:pt x="7518400" y="152389"/>
                </a:cubicBezTo>
                <a:lnTo>
                  <a:pt x="7518400" y="2336811"/>
                </a:lnTo>
                <a:cubicBezTo>
                  <a:pt x="7518400" y="2420973"/>
                  <a:pt x="7450173" y="2489200"/>
                  <a:pt x="7366011" y="2489200"/>
                </a:cubicBezTo>
                <a:lnTo>
                  <a:pt x="152389" y="2489200"/>
                </a:lnTo>
                <a:cubicBezTo>
                  <a:pt x="68227" y="2489200"/>
                  <a:pt x="0" y="2420973"/>
                  <a:pt x="0" y="23368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60400" y="4692793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Vectors: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236" y="5149993"/>
            <a:ext cx="3530036" cy="508000"/>
          </a:xfrm>
          <a:custGeom>
            <a:avLst/>
            <a:gdLst/>
            <a:ahLst/>
            <a:cxnLst/>
            <a:rect l="l" t="t" r="r" b="b"/>
            <a:pathLst>
              <a:path w="3530036" h="508000">
                <a:moveTo>
                  <a:pt x="49671" y="0"/>
                </a:moveTo>
                <a:lnTo>
                  <a:pt x="3428436" y="0"/>
                </a:lnTo>
                <a:cubicBezTo>
                  <a:pt x="3484510" y="0"/>
                  <a:pt x="3530036" y="45525"/>
                  <a:pt x="3530036" y="101600"/>
                </a:cubicBezTo>
                <a:lnTo>
                  <a:pt x="3530036" y="406400"/>
                </a:lnTo>
                <a:cubicBezTo>
                  <a:pt x="3530036" y="462475"/>
                  <a:pt x="3484510" y="508000"/>
                  <a:pt x="3428436" y="508000"/>
                </a:cubicBez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236" y="5149993"/>
            <a:ext cx="49671" cy="508000"/>
          </a:xfrm>
          <a:custGeom>
            <a:avLst/>
            <a:gdLst/>
            <a:ahLst/>
            <a:cxnLst/>
            <a:rect l="l" t="t" r="r" b="b"/>
            <a:pathLst>
              <a:path w="49671" h="508000">
                <a:moveTo>
                  <a:pt x="49671" y="0"/>
                </a:moveTo>
                <a:lnTo>
                  <a:pt x="49671" y="0"/>
                </a:lnTo>
                <a:lnTo>
                  <a:pt x="49671" y="508000"/>
                </a:ln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11671" y="5283200"/>
            <a:ext cx="1321012" cy="23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 = (1, 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53073" y="5305778"/>
            <a:ext cx="906568" cy="21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query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42836" y="5149993"/>
            <a:ext cx="3530036" cy="508000"/>
          </a:xfrm>
          <a:custGeom>
            <a:avLst/>
            <a:gdLst/>
            <a:ahLst/>
            <a:cxnLst/>
            <a:rect l="l" t="t" r="r" b="b"/>
            <a:pathLst>
              <a:path w="3530036" h="508000">
                <a:moveTo>
                  <a:pt x="49671" y="0"/>
                </a:moveTo>
                <a:lnTo>
                  <a:pt x="3428436" y="0"/>
                </a:lnTo>
                <a:cubicBezTo>
                  <a:pt x="3484510" y="0"/>
                  <a:pt x="3530036" y="45525"/>
                  <a:pt x="3530036" y="101600"/>
                </a:cubicBezTo>
                <a:lnTo>
                  <a:pt x="3530036" y="406400"/>
                </a:lnTo>
                <a:cubicBezTo>
                  <a:pt x="3530036" y="462475"/>
                  <a:pt x="3484510" y="508000"/>
                  <a:pt x="3428436" y="508000"/>
                </a:cubicBez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2836" y="5149993"/>
            <a:ext cx="49671" cy="508000"/>
          </a:xfrm>
          <a:custGeom>
            <a:avLst/>
            <a:gdLst/>
            <a:ahLst/>
            <a:cxnLst/>
            <a:rect l="l" t="t" r="r" b="b"/>
            <a:pathLst>
              <a:path w="49671" h="508000">
                <a:moveTo>
                  <a:pt x="49671" y="0"/>
                </a:moveTo>
                <a:lnTo>
                  <a:pt x="49671" y="0"/>
                </a:lnTo>
                <a:lnTo>
                  <a:pt x="49671" y="508000"/>
                </a:ln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6" name="Text 14"/>
          <p:cNvSpPr/>
          <p:nvPr/>
        </p:nvSpPr>
        <p:spPr>
          <a:xfrm>
            <a:off x="4318000" y="5149993"/>
            <a:ext cx="36068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= (2, 0)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236" y="5759593"/>
            <a:ext cx="3530036" cy="508000"/>
          </a:xfrm>
          <a:custGeom>
            <a:avLst/>
            <a:gdLst/>
            <a:ahLst/>
            <a:cxnLst/>
            <a:rect l="l" t="t" r="r" b="b"/>
            <a:pathLst>
              <a:path w="3530036" h="508000">
                <a:moveTo>
                  <a:pt x="49671" y="0"/>
                </a:moveTo>
                <a:lnTo>
                  <a:pt x="3428436" y="0"/>
                </a:lnTo>
                <a:cubicBezTo>
                  <a:pt x="3484510" y="0"/>
                  <a:pt x="3530036" y="45525"/>
                  <a:pt x="3530036" y="101600"/>
                </a:cubicBezTo>
                <a:lnTo>
                  <a:pt x="3530036" y="406400"/>
                </a:lnTo>
                <a:cubicBezTo>
                  <a:pt x="3530036" y="462475"/>
                  <a:pt x="3484510" y="508000"/>
                  <a:pt x="3428436" y="508000"/>
                </a:cubicBez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236" y="5759593"/>
            <a:ext cx="49671" cy="508000"/>
          </a:xfrm>
          <a:custGeom>
            <a:avLst/>
            <a:gdLst/>
            <a:ahLst/>
            <a:cxnLst/>
            <a:rect l="l" t="t" r="r" b="b"/>
            <a:pathLst>
              <a:path w="49671" h="508000">
                <a:moveTo>
                  <a:pt x="49671" y="0"/>
                </a:moveTo>
                <a:lnTo>
                  <a:pt x="49671" y="0"/>
                </a:lnTo>
                <a:lnTo>
                  <a:pt x="49671" y="508000"/>
                </a:ln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9" name="Text 17"/>
          <p:cNvSpPr/>
          <p:nvPr/>
        </p:nvSpPr>
        <p:spPr>
          <a:xfrm>
            <a:off x="660400" y="5759593"/>
            <a:ext cx="36068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 = (1, 2)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42836" y="5759593"/>
            <a:ext cx="3530036" cy="508000"/>
          </a:xfrm>
          <a:custGeom>
            <a:avLst/>
            <a:gdLst/>
            <a:ahLst/>
            <a:cxnLst/>
            <a:rect l="l" t="t" r="r" b="b"/>
            <a:pathLst>
              <a:path w="3530036" h="508000">
                <a:moveTo>
                  <a:pt x="49671" y="0"/>
                </a:moveTo>
                <a:lnTo>
                  <a:pt x="3428436" y="0"/>
                </a:lnTo>
                <a:cubicBezTo>
                  <a:pt x="3484510" y="0"/>
                  <a:pt x="3530036" y="45525"/>
                  <a:pt x="3530036" y="101600"/>
                </a:cubicBezTo>
                <a:lnTo>
                  <a:pt x="3530036" y="406400"/>
                </a:lnTo>
                <a:cubicBezTo>
                  <a:pt x="3530036" y="462475"/>
                  <a:pt x="3484510" y="508000"/>
                  <a:pt x="3428436" y="508000"/>
                </a:cubicBez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2836" y="5759593"/>
            <a:ext cx="49671" cy="508000"/>
          </a:xfrm>
          <a:custGeom>
            <a:avLst/>
            <a:gdLst/>
            <a:ahLst/>
            <a:cxnLst/>
            <a:rect l="l" t="t" r="r" b="b"/>
            <a:pathLst>
              <a:path w="49671" h="508000">
                <a:moveTo>
                  <a:pt x="49671" y="0"/>
                </a:moveTo>
                <a:lnTo>
                  <a:pt x="49671" y="0"/>
                </a:lnTo>
                <a:lnTo>
                  <a:pt x="49671" y="508000"/>
                </a:ln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22" name="Text 20"/>
          <p:cNvSpPr/>
          <p:nvPr/>
        </p:nvSpPr>
        <p:spPr>
          <a:xfrm>
            <a:off x="4318000" y="5759593"/>
            <a:ext cx="36068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 = (-1, -1)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236" y="6369193"/>
            <a:ext cx="3530036" cy="508000"/>
          </a:xfrm>
          <a:custGeom>
            <a:avLst/>
            <a:gdLst/>
            <a:ahLst/>
            <a:cxnLst/>
            <a:rect l="l" t="t" r="r" b="b"/>
            <a:pathLst>
              <a:path w="3530036" h="508000">
                <a:moveTo>
                  <a:pt x="49671" y="0"/>
                </a:moveTo>
                <a:lnTo>
                  <a:pt x="3428436" y="0"/>
                </a:lnTo>
                <a:cubicBezTo>
                  <a:pt x="3484510" y="0"/>
                  <a:pt x="3530036" y="45525"/>
                  <a:pt x="3530036" y="101600"/>
                </a:cubicBezTo>
                <a:lnTo>
                  <a:pt x="3530036" y="406400"/>
                </a:lnTo>
                <a:cubicBezTo>
                  <a:pt x="3530036" y="462475"/>
                  <a:pt x="3484510" y="508000"/>
                  <a:pt x="3428436" y="508000"/>
                </a:cubicBez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236" y="6369193"/>
            <a:ext cx="49671" cy="508000"/>
          </a:xfrm>
          <a:custGeom>
            <a:avLst/>
            <a:gdLst/>
            <a:ahLst/>
            <a:cxnLst/>
            <a:rect l="l" t="t" r="r" b="b"/>
            <a:pathLst>
              <a:path w="49671" h="508000">
                <a:moveTo>
                  <a:pt x="49671" y="0"/>
                </a:moveTo>
                <a:lnTo>
                  <a:pt x="49671" y="0"/>
                </a:lnTo>
                <a:lnTo>
                  <a:pt x="49671" y="508000"/>
                </a:lnTo>
                <a:lnTo>
                  <a:pt x="49671" y="508000"/>
                </a:lnTo>
                <a:cubicBezTo>
                  <a:pt x="22239" y="508000"/>
                  <a:pt x="0" y="485761"/>
                  <a:pt x="0" y="458329"/>
                </a:cubicBezTo>
                <a:lnTo>
                  <a:pt x="0" y="49671"/>
                </a:lnTo>
                <a:cubicBezTo>
                  <a:pt x="0" y="22239"/>
                  <a:pt x="22239" y="0"/>
                  <a:pt x="49671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25" name="Text 23"/>
          <p:cNvSpPr/>
          <p:nvPr/>
        </p:nvSpPr>
        <p:spPr>
          <a:xfrm>
            <a:off x="660400" y="6369193"/>
            <a:ext cx="36068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 = (3, 3)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2516" y="7135708"/>
            <a:ext cx="7514731" cy="1228231"/>
          </a:xfrm>
          <a:custGeom>
            <a:avLst/>
            <a:gdLst/>
            <a:ahLst/>
            <a:cxnLst/>
            <a:rect l="l" t="t" r="r" b="b"/>
            <a:pathLst>
              <a:path w="7514731" h="1228231">
                <a:moveTo>
                  <a:pt x="152399" y="0"/>
                </a:moveTo>
                <a:lnTo>
                  <a:pt x="7362332" y="0"/>
                </a:lnTo>
                <a:cubicBezTo>
                  <a:pt x="7446500" y="0"/>
                  <a:pt x="7514731" y="68231"/>
                  <a:pt x="7514731" y="152399"/>
                </a:cubicBezTo>
                <a:lnTo>
                  <a:pt x="7514731" y="1075832"/>
                </a:lnTo>
                <a:cubicBezTo>
                  <a:pt x="7514731" y="1160000"/>
                  <a:pt x="7446500" y="1228231"/>
                  <a:pt x="7362332" y="1228231"/>
                </a:cubicBezTo>
                <a:lnTo>
                  <a:pt x="152399" y="1228231"/>
                </a:lnTo>
                <a:cubicBezTo>
                  <a:pt x="68231" y="1228231"/>
                  <a:pt x="0" y="1160000"/>
                  <a:pt x="0" y="1075832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9031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231" y="7333264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27000" y="203200"/>
                </a:lnTo>
                <a:cubicBezTo>
                  <a:pt x="141010" y="203200"/>
                  <a:pt x="152400" y="191810"/>
                  <a:pt x="152400" y="177800"/>
                </a:cubicBezTo>
                <a:lnTo>
                  <a:pt x="152400" y="25400"/>
                </a:lnTo>
                <a:cubicBezTo>
                  <a:pt x="152400" y="11390"/>
                  <a:pt x="141010" y="0"/>
                  <a:pt x="127000" y="0"/>
                </a:cubicBezTo>
                <a:lnTo>
                  <a:pt x="25400" y="0"/>
                </a:lnTo>
                <a:close/>
                <a:moveTo>
                  <a:pt x="38100" y="25400"/>
                </a:moveTo>
                <a:lnTo>
                  <a:pt x="114300" y="25400"/>
                </a:lnTo>
                <a:cubicBezTo>
                  <a:pt x="121325" y="25400"/>
                  <a:pt x="127000" y="31075"/>
                  <a:pt x="127000" y="381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38100" y="63500"/>
                </a:lnTo>
                <a:cubicBezTo>
                  <a:pt x="31075" y="63500"/>
                  <a:pt x="25400" y="57825"/>
                  <a:pt x="25400" y="50800"/>
                </a:cubicBezTo>
                <a:lnTo>
                  <a:pt x="25400" y="38100"/>
                </a:lnTo>
                <a:cubicBezTo>
                  <a:pt x="25400" y="31075"/>
                  <a:pt x="31075" y="25400"/>
                  <a:pt x="38100" y="25400"/>
                </a:cubicBezTo>
                <a:close/>
                <a:moveTo>
                  <a:pt x="44450" y="92075"/>
                </a:moveTo>
                <a:cubicBezTo>
                  <a:pt x="44450" y="97332"/>
                  <a:pt x="40182" y="101600"/>
                  <a:pt x="34925" y="101600"/>
                </a:cubicBezTo>
                <a:cubicBezTo>
                  <a:pt x="29668" y="101600"/>
                  <a:pt x="25400" y="97332"/>
                  <a:pt x="25400" y="92075"/>
                </a:cubicBezTo>
                <a:cubicBezTo>
                  <a:pt x="25400" y="86818"/>
                  <a:pt x="29668" y="82550"/>
                  <a:pt x="34925" y="82550"/>
                </a:cubicBezTo>
                <a:cubicBezTo>
                  <a:pt x="40182" y="82550"/>
                  <a:pt x="44450" y="86818"/>
                  <a:pt x="44450" y="92075"/>
                </a:cubicBezTo>
                <a:close/>
                <a:moveTo>
                  <a:pt x="76200" y="101600"/>
                </a:moveTo>
                <a:cubicBezTo>
                  <a:pt x="70943" y="101600"/>
                  <a:pt x="66675" y="97332"/>
                  <a:pt x="66675" y="92075"/>
                </a:cubicBezTo>
                <a:cubicBezTo>
                  <a:pt x="66675" y="86818"/>
                  <a:pt x="70943" y="82550"/>
                  <a:pt x="76200" y="82550"/>
                </a:cubicBezTo>
                <a:cubicBezTo>
                  <a:pt x="81457" y="82550"/>
                  <a:pt x="85725" y="86818"/>
                  <a:pt x="85725" y="92075"/>
                </a:cubicBezTo>
                <a:cubicBezTo>
                  <a:pt x="85725" y="97332"/>
                  <a:pt x="81457" y="101600"/>
                  <a:pt x="76200" y="101600"/>
                </a:cubicBezTo>
                <a:close/>
                <a:moveTo>
                  <a:pt x="127000" y="92075"/>
                </a:moveTo>
                <a:cubicBezTo>
                  <a:pt x="127000" y="97332"/>
                  <a:pt x="122732" y="101600"/>
                  <a:pt x="117475" y="101600"/>
                </a:cubicBezTo>
                <a:cubicBezTo>
                  <a:pt x="112218" y="101600"/>
                  <a:pt x="107950" y="97332"/>
                  <a:pt x="107950" y="92075"/>
                </a:cubicBezTo>
                <a:cubicBezTo>
                  <a:pt x="107950" y="86818"/>
                  <a:pt x="112218" y="82550"/>
                  <a:pt x="117475" y="82550"/>
                </a:cubicBezTo>
                <a:cubicBezTo>
                  <a:pt x="122732" y="82550"/>
                  <a:pt x="127000" y="86818"/>
                  <a:pt x="127000" y="92075"/>
                </a:cubicBezTo>
                <a:close/>
                <a:moveTo>
                  <a:pt x="34925" y="139700"/>
                </a:moveTo>
                <a:cubicBezTo>
                  <a:pt x="29668" y="139700"/>
                  <a:pt x="25400" y="135432"/>
                  <a:pt x="25400" y="130175"/>
                </a:cubicBezTo>
                <a:cubicBezTo>
                  <a:pt x="25400" y="124918"/>
                  <a:pt x="29668" y="120650"/>
                  <a:pt x="34925" y="120650"/>
                </a:cubicBezTo>
                <a:cubicBezTo>
                  <a:pt x="40182" y="120650"/>
                  <a:pt x="44450" y="124918"/>
                  <a:pt x="44450" y="130175"/>
                </a:cubicBezTo>
                <a:cubicBezTo>
                  <a:pt x="44450" y="135432"/>
                  <a:pt x="40182" y="139700"/>
                  <a:pt x="34925" y="139700"/>
                </a:cubicBezTo>
                <a:close/>
                <a:moveTo>
                  <a:pt x="85725" y="130175"/>
                </a:moveTo>
                <a:cubicBezTo>
                  <a:pt x="85725" y="135432"/>
                  <a:pt x="81457" y="139700"/>
                  <a:pt x="76200" y="139700"/>
                </a:cubicBezTo>
                <a:cubicBezTo>
                  <a:pt x="70943" y="139700"/>
                  <a:pt x="66675" y="135432"/>
                  <a:pt x="66675" y="130175"/>
                </a:cubicBezTo>
                <a:cubicBezTo>
                  <a:pt x="66675" y="124918"/>
                  <a:pt x="70943" y="120650"/>
                  <a:pt x="76200" y="120650"/>
                </a:cubicBezTo>
                <a:cubicBezTo>
                  <a:pt x="81457" y="120650"/>
                  <a:pt x="85725" y="124918"/>
                  <a:pt x="85725" y="130175"/>
                </a:cubicBezTo>
                <a:close/>
                <a:moveTo>
                  <a:pt x="117475" y="139700"/>
                </a:moveTo>
                <a:cubicBezTo>
                  <a:pt x="112218" y="139700"/>
                  <a:pt x="107950" y="135432"/>
                  <a:pt x="107950" y="130175"/>
                </a:cubicBezTo>
                <a:cubicBezTo>
                  <a:pt x="107950" y="124918"/>
                  <a:pt x="112218" y="120650"/>
                  <a:pt x="117475" y="120650"/>
                </a:cubicBezTo>
                <a:cubicBezTo>
                  <a:pt x="122732" y="120650"/>
                  <a:pt x="127000" y="124918"/>
                  <a:pt x="127000" y="130175"/>
                </a:cubicBezTo>
                <a:cubicBezTo>
                  <a:pt x="127000" y="135432"/>
                  <a:pt x="122732" y="139700"/>
                  <a:pt x="117475" y="139700"/>
                </a:cubicBezTo>
                <a:close/>
                <a:moveTo>
                  <a:pt x="25400" y="168275"/>
                </a:moveTo>
                <a:cubicBezTo>
                  <a:pt x="25400" y="162997"/>
                  <a:pt x="29647" y="158750"/>
                  <a:pt x="34925" y="158750"/>
                </a:cubicBezTo>
                <a:lnTo>
                  <a:pt x="79375" y="158750"/>
                </a:lnTo>
                <a:cubicBezTo>
                  <a:pt x="84653" y="158750"/>
                  <a:pt x="88900" y="162997"/>
                  <a:pt x="88900" y="168275"/>
                </a:cubicBezTo>
                <a:cubicBezTo>
                  <a:pt x="88900" y="173553"/>
                  <a:pt x="84653" y="177800"/>
                  <a:pt x="79375" y="177800"/>
                </a:cubicBezTo>
                <a:lnTo>
                  <a:pt x="34925" y="177800"/>
                </a:lnTo>
                <a:cubicBezTo>
                  <a:pt x="29647" y="177800"/>
                  <a:pt x="25400" y="173553"/>
                  <a:pt x="25400" y="168275"/>
                </a:cubicBezTo>
                <a:close/>
                <a:moveTo>
                  <a:pt x="117475" y="158750"/>
                </a:moveTo>
                <a:cubicBezTo>
                  <a:pt x="122753" y="158750"/>
                  <a:pt x="127000" y="162997"/>
                  <a:pt x="127000" y="168275"/>
                </a:cubicBezTo>
                <a:cubicBezTo>
                  <a:pt x="127000" y="173553"/>
                  <a:pt x="122753" y="177800"/>
                  <a:pt x="117475" y="177800"/>
                </a:cubicBezTo>
                <a:cubicBezTo>
                  <a:pt x="112197" y="177800"/>
                  <a:pt x="107950" y="173553"/>
                  <a:pt x="107950" y="168275"/>
                </a:cubicBezTo>
                <a:cubicBezTo>
                  <a:pt x="107950" y="162997"/>
                  <a:pt x="112197" y="158750"/>
                  <a:pt x="117475" y="1587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025031" y="7292622"/>
            <a:ext cx="694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Dot Product Reminder: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9431" y="7699022"/>
            <a:ext cx="7200900" cy="508000"/>
          </a:xfrm>
          <a:custGeom>
            <a:avLst/>
            <a:gdLst/>
            <a:ahLst/>
            <a:cxnLst/>
            <a:rect l="l" t="t" r="r" b="b"/>
            <a:pathLst>
              <a:path w="7200900" h="508000">
                <a:moveTo>
                  <a:pt x="101600" y="0"/>
                </a:moveTo>
                <a:lnTo>
                  <a:pt x="7099300" y="0"/>
                </a:lnTo>
                <a:cubicBezTo>
                  <a:pt x="7155375" y="0"/>
                  <a:pt x="7200900" y="45525"/>
                  <a:pt x="7200900" y="101600"/>
                </a:cubicBezTo>
                <a:lnTo>
                  <a:pt x="7200900" y="406400"/>
                </a:lnTo>
                <a:cubicBezTo>
                  <a:pt x="7200900" y="462475"/>
                  <a:pt x="7155375" y="508000"/>
                  <a:pt x="70993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8631" y="7699022"/>
            <a:ext cx="73025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(x₁,y₁)·(x₂,y₂) = x₁x₂ + y₁y₂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0" y="1778000"/>
            <a:ext cx="7518400" cy="1778000"/>
          </a:xfrm>
          <a:custGeom>
            <a:avLst/>
            <a:gdLst/>
            <a:ahLst/>
            <a:cxnLst/>
            <a:rect l="l" t="t" r="r" b="b"/>
            <a:pathLst>
              <a:path w="7518400" h="1778000">
                <a:moveTo>
                  <a:pt x="152392" y="0"/>
                </a:moveTo>
                <a:lnTo>
                  <a:pt x="7366008" y="0"/>
                </a:lnTo>
                <a:cubicBezTo>
                  <a:pt x="7450172" y="0"/>
                  <a:pt x="7518400" y="68228"/>
                  <a:pt x="7518400" y="152392"/>
                </a:cubicBezTo>
                <a:lnTo>
                  <a:pt x="7518400" y="1625608"/>
                </a:lnTo>
                <a:cubicBezTo>
                  <a:pt x="7518400" y="1709772"/>
                  <a:pt x="7450172" y="1778000"/>
                  <a:pt x="7366008" y="1778000"/>
                </a:cubicBezTo>
                <a:lnTo>
                  <a:pt x="152392" y="1778000"/>
                </a:lnTo>
                <a:cubicBezTo>
                  <a:pt x="68228" y="1778000"/>
                  <a:pt x="0" y="1709772"/>
                  <a:pt x="0" y="16256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0" y="19304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Tasks: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85200" y="23876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Compute: q·A, q·B, q·C, q·D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5200" y="27432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Rank: most similar → least similar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5200" y="30988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Circle which point the same direction as q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0889" y="3668889"/>
            <a:ext cx="7490178" cy="6588478"/>
          </a:xfrm>
          <a:custGeom>
            <a:avLst/>
            <a:gdLst/>
            <a:ahLst/>
            <a:cxnLst/>
            <a:rect l="l" t="t" r="r" b="b"/>
            <a:pathLst>
              <a:path w="7490178" h="6588478">
                <a:moveTo>
                  <a:pt x="152391" y="0"/>
                </a:moveTo>
                <a:lnTo>
                  <a:pt x="7337786" y="0"/>
                </a:lnTo>
                <a:cubicBezTo>
                  <a:pt x="7421950" y="0"/>
                  <a:pt x="7490178" y="68228"/>
                  <a:pt x="7490178" y="152391"/>
                </a:cubicBezTo>
                <a:lnTo>
                  <a:pt x="7490178" y="6436086"/>
                </a:lnTo>
                <a:cubicBezTo>
                  <a:pt x="7490178" y="6520250"/>
                  <a:pt x="7421950" y="6588478"/>
                  <a:pt x="7337786" y="6588478"/>
                </a:cubicBezTo>
                <a:lnTo>
                  <a:pt x="152391" y="6588478"/>
                </a:lnTo>
                <a:cubicBezTo>
                  <a:pt x="68228" y="6588478"/>
                  <a:pt x="0" y="6520250"/>
                  <a:pt x="0" y="6436086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ln w="22578">
            <a:solidFill>
              <a:srgbClr val="2563E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75" b="75"/>
          <a:stretch/>
        </p:blipFill>
        <p:spPr>
          <a:xfrm>
            <a:off x="8353778" y="3781778"/>
            <a:ext cx="7264400" cy="63627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Embeddings Show Up in Real Life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219200"/>
            <a:ext cx="4876800" cy="6400800"/>
          </a:xfrm>
          <a:custGeom>
            <a:avLst/>
            <a:gdLst/>
            <a:ahLst/>
            <a:cxnLst/>
            <a:rect l="l" t="t" r="r" b="b"/>
            <a:pathLst>
              <a:path w="4876800" h="6400800">
                <a:moveTo>
                  <a:pt x="203216" y="0"/>
                </a:moveTo>
                <a:lnTo>
                  <a:pt x="4673584" y="0"/>
                </a:lnTo>
                <a:cubicBezTo>
                  <a:pt x="4785817" y="0"/>
                  <a:pt x="4876800" y="90983"/>
                  <a:pt x="4876800" y="203216"/>
                </a:cubicBezTo>
                <a:lnTo>
                  <a:pt x="4876800" y="6197584"/>
                </a:lnTo>
                <a:cubicBezTo>
                  <a:pt x="4876800" y="6309817"/>
                  <a:pt x="4785817" y="6400800"/>
                  <a:pt x="4673584" y="6400800"/>
                </a:cubicBezTo>
                <a:lnTo>
                  <a:pt x="203216" y="6400800"/>
                </a:lnTo>
                <a:cubicBezTo>
                  <a:pt x="90983" y="6400800"/>
                  <a:pt x="0" y="6309817"/>
                  <a:pt x="0" y="6197584"/>
                </a:cubicBezTo>
                <a:lnTo>
                  <a:pt x="0" y="203216"/>
                </a:lnTo>
                <a:cubicBezTo>
                  <a:pt x="0" y="91058"/>
                  <a:pt x="91058" y="0"/>
                  <a:pt x="203216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2540000" y="147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2759075" y="168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38400"/>
            <a:ext cx="452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850" y="3048000"/>
            <a:ext cx="448310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documents by </a:t>
            </a:r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</a:t>
            </a:r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keywords.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457249"/>
            <a:ext cx="4368800" cy="914400"/>
          </a:xfrm>
          <a:custGeom>
            <a:avLst/>
            <a:gdLst/>
            <a:ahLst/>
            <a:cxnLst/>
            <a:rect l="l" t="t" r="r" b="b"/>
            <a:pathLst>
              <a:path w="4368800" h="914400">
                <a:moveTo>
                  <a:pt x="101599" y="0"/>
                </a:moveTo>
                <a:lnTo>
                  <a:pt x="4267201" y="0"/>
                </a:lnTo>
                <a:cubicBezTo>
                  <a:pt x="4323313" y="0"/>
                  <a:pt x="4368800" y="45487"/>
                  <a:pt x="4368800" y="101599"/>
                </a:cubicBezTo>
                <a:lnTo>
                  <a:pt x="4368800" y="812801"/>
                </a:lnTo>
                <a:cubicBezTo>
                  <a:pt x="4368800" y="868913"/>
                  <a:pt x="4323313" y="914400"/>
                  <a:pt x="42672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" y="6609649"/>
            <a:ext cx="416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"jaguar speed" → knows if you mean animal or car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89600" y="1219200"/>
            <a:ext cx="4876800" cy="6400800"/>
          </a:xfrm>
          <a:custGeom>
            <a:avLst/>
            <a:gdLst/>
            <a:ahLst/>
            <a:cxnLst/>
            <a:rect l="l" t="t" r="r" b="b"/>
            <a:pathLst>
              <a:path w="4876800" h="6400800">
                <a:moveTo>
                  <a:pt x="203216" y="0"/>
                </a:moveTo>
                <a:lnTo>
                  <a:pt x="4673584" y="0"/>
                </a:lnTo>
                <a:cubicBezTo>
                  <a:pt x="4785817" y="0"/>
                  <a:pt x="4876800" y="90983"/>
                  <a:pt x="4876800" y="203216"/>
                </a:cubicBezTo>
                <a:lnTo>
                  <a:pt x="4876800" y="6197584"/>
                </a:lnTo>
                <a:cubicBezTo>
                  <a:pt x="4876800" y="6309817"/>
                  <a:pt x="4785817" y="6400800"/>
                  <a:pt x="4673584" y="6400800"/>
                </a:cubicBezTo>
                <a:lnTo>
                  <a:pt x="203216" y="6400800"/>
                </a:lnTo>
                <a:cubicBezTo>
                  <a:pt x="90983" y="6400800"/>
                  <a:pt x="0" y="6309817"/>
                  <a:pt x="0" y="6197584"/>
                </a:cubicBezTo>
                <a:lnTo>
                  <a:pt x="0" y="203216"/>
                </a:lnTo>
                <a:cubicBezTo>
                  <a:pt x="0" y="91058"/>
                  <a:pt x="91058" y="0"/>
                  <a:pt x="203216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7721600" y="147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7940675" y="168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59531" y="119063"/>
                </a:moveTo>
                <a:cubicBezTo>
                  <a:pt x="72703" y="119063"/>
                  <a:pt x="83344" y="129704"/>
                  <a:pt x="83344" y="142875"/>
                </a:cubicBezTo>
                <a:lnTo>
                  <a:pt x="83344" y="333375"/>
                </a:lnTo>
                <a:cubicBezTo>
                  <a:pt x="83344" y="346546"/>
                  <a:pt x="72703" y="357188"/>
                  <a:pt x="59531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142875"/>
                </a:lnTo>
                <a:cubicBezTo>
                  <a:pt x="0" y="129704"/>
                  <a:pt x="10641" y="119063"/>
                  <a:pt x="23812" y="119063"/>
                </a:cubicBezTo>
                <a:lnTo>
                  <a:pt x="59531" y="119063"/>
                </a:lnTo>
                <a:close/>
                <a:moveTo>
                  <a:pt x="201364" y="11906"/>
                </a:moveTo>
                <a:cubicBezTo>
                  <a:pt x="221679" y="11906"/>
                  <a:pt x="238125" y="28352"/>
                  <a:pt x="238125" y="48667"/>
                </a:cubicBezTo>
                <a:lnTo>
                  <a:pt x="238125" y="51792"/>
                </a:lnTo>
                <a:cubicBezTo>
                  <a:pt x="238125" y="56852"/>
                  <a:pt x="237158" y="61913"/>
                  <a:pt x="235297" y="66601"/>
                </a:cubicBezTo>
                <a:lnTo>
                  <a:pt x="214313" y="119063"/>
                </a:lnTo>
                <a:lnTo>
                  <a:pt x="333375" y="119063"/>
                </a:lnTo>
                <a:cubicBezTo>
                  <a:pt x="353095" y="119063"/>
                  <a:pt x="369094" y="135062"/>
                  <a:pt x="369094" y="154781"/>
                </a:cubicBezTo>
                <a:cubicBezTo>
                  <a:pt x="369094" y="169441"/>
                  <a:pt x="360238" y="182017"/>
                  <a:pt x="347588" y="187523"/>
                </a:cubicBezTo>
                <a:cubicBezTo>
                  <a:pt x="360238" y="193030"/>
                  <a:pt x="369094" y="205606"/>
                  <a:pt x="369094" y="220266"/>
                </a:cubicBezTo>
                <a:cubicBezTo>
                  <a:pt x="369094" y="237679"/>
                  <a:pt x="356592" y="252189"/>
                  <a:pt x="340072" y="255315"/>
                </a:cubicBezTo>
                <a:cubicBezTo>
                  <a:pt x="343346" y="260747"/>
                  <a:pt x="345281" y="267072"/>
                  <a:pt x="345281" y="273844"/>
                </a:cubicBezTo>
                <a:cubicBezTo>
                  <a:pt x="345281" y="290364"/>
                  <a:pt x="334119" y="304205"/>
                  <a:pt x="318939" y="308297"/>
                </a:cubicBezTo>
                <a:cubicBezTo>
                  <a:pt x="320576" y="312390"/>
                  <a:pt x="321469" y="316855"/>
                  <a:pt x="321469" y="321469"/>
                </a:cubicBezTo>
                <a:cubicBezTo>
                  <a:pt x="321469" y="341188"/>
                  <a:pt x="305470" y="357188"/>
                  <a:pt x="285750" y="357188"/>
                </a:cubicBezTo>
                <a:lnTo>
                  <a:pt x="220340" y="357188"/>
                </a:lnTo>
                <a:cubicBezTo>
                  <a:pt x="193328" y="357188"/>
                  <a:pt x="167060" y="347960"/>
                  <a:pt x="146000" y="331068"/>
                </a:cubicBezTo>
                <a:lnTo>
                  <a:pt x="136922" y="323850"/>
                </a:lnTo>
                <a:cubicBezTo>
                  <a:pt x="125611" y="314846"/>
                  <a:pt x="119063" y="301154"/>
                  <a:pt x="119063" y="286643"/>
                </a:cubicBezTo>
                <a:lnTo>
                  <a:pt x="119063" y="147786"/>
                </a:lnTo>
                <a:cubicBezTo>
                  <a:pt x="119063" y="136699"/>
                  <a:pt x="121667" y="125760"/>
                  <a:pt x="126578" y="115863"/>
                </a:cubicBezTo>
                <a:lnTo>
                  <a:pt x="168399" y="32221"/>
                </a:lnTo>
                <a:cubicBezTo>
                  <a:pt x="174650" y="19794"/>
                  <a:pt x="187375" y="11906"/>
                  <a:pt x="201364" y="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867400" y="2438400"/>
            <a:ext cx="452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86450" y="3048000"/>
            <a:ext cx="448310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items </a:t>
            </a:r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</a:t>
            </a:r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you already liked.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6457249"/>
            <a:ext cx="4368800" cy="914400"/>
          </a:xfrm>
          <a:custGeom>
            <a:avLst/>
            <a:gdLst/>
            <a:ahLst/>
            <a:cxnLst/>
            <a:rect l="l" t="t" r="r" b="b"/>
            <a:pathLst>
              <a:path w="4368800" h="914400">
                <a:moveTo>
                  <a:pt x="101599" y="0"/>
                </a:moveTo>
                <a:lnTo>
                  <a:pt x="4267201" y="0"/>
                </a:lnTo>
                <a:cubicBezTo>
                  <a:pt x="4323313" y="0"/>
                  <a:pt x="4368800" y="45487"/>
                  <a:pt x="4368800" y="101599"/>
                </a:cubicBezTo>
                <a:lnTo>
                  <a:pt x="4368800" y="812801"/>
                </a:lnTo>
                <a:cubicBezTo>
                  <a:pt x="4368800" y="868913"/>
                  <a:pt x="4323313" y="914400"/>
                  <a:pt x="42672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45200" y="6609649"/>
            <a:ext cx="416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watched sci-fi → here are similar movies"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71200" y="1219200"/>
            <a:ext cx="4876800" cy="6400800"/>
          </a:xfrm>
          <a:custGeom>
            <a:avLst/>
            <a:gdLst/>
            <a:ahLst/>
            <a:cxnLst/>
            <a:rect l="l" t="t" r="r" b="b"/>
            <a:pathLst>
              <a:path w="4876800" h="6400800">
                <a:moveTo>
                  <a:pt x="203216" y="0"/>
                </a:moveTo>
                <a:lnTo>
                  <a:pt x="4673584" y="0"/>
                </a:lnTo>
                <a:cubicBezTo>
                  <a:pt x="4785817" y="0"/>
                  <a:pt x="4876800" y="90983"/>
                  <a:pt x="4876800" y="203216"/>
                </a:cubicBezTo>
                <a:lnTo>
                  <a:pt x="4876800" y="6197584"/>
                </a:lnTo>
                <a:cubicBezTo>
                  <a:pt x="4876800" y="6309817"/>
                  <a:pt x="4785817" y="6400800"/>
                  <a:pt x="4673584" y="6400800"/>
                </a:cubicBezTo>
                <a:lnTo>
                  <a:pt x="203216" y="6400800"/>
                </a:lnTo>
                <a:cubicBezTo>
                  <a:pt x="90983" y="6400800"/>
                  <a:pt x="0" y="6309817"/>
                  <a:pt x="0" y="6197584"/>
                </a:cubicBezTo>
                <a:lnTo>
                  <a:pt x="0" y="203216"/>
                </a:lnTo>
                <a:cubicBezTo>
                  <a:pt x="0" y="91058"/>
                  <a:pt x="91058" y="0"/>
                  <a:pt x="203216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2903200" y="147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960350" y="172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304800"/>
                </a:moveTo>
                <a:lnTo>
                  <a:pt x="57150" y="304800"/>
                </a:lnTo>
                <a:cubicBezTo>
                  <a:pt x="25598" y="304800"/>
                  <a:pt x="0" y="279202"/>
                  <a:pt x="0" y="247650"/>
                </a:cubicBezTo>
                <a:lnTo>
                  <a:pt x="0" y="57150"/>
                </a:lnTo>
                <a:cubicBezTo>
                  <a:pt x="0" y="25598"/>
                  <a:pt x="25598" y="0"/>
                  <a:pt x="57150" y="0"/>
                </a:cubicBezTo>
                <a:lnTo>
                  <a:pt x="238125" y="0"/>
                </a:lnTo>
                <a:cubicBezTo>
                  <a:pt x="253901" y="0"/>
                  <a:pt x="266700" y="12799"/>
                  <a:pt x="266700" y="28575"/>
                </a:cubicBezTo>
                <a:lnTo>
                  <a:pt x="266700" y="200025"/>
                </a:lnTo>
                <a:cubicBezTo>
                  <a:pt x="266700" y="212467"/>
                  <a:pt x="258723" y="223064"/>
                  <a:pt x="247650" y="226993"/>
                </a:cubicBezTo>
                <a:lnTo>
                  <a:pt x="247650" y="266700"/>
                </a:lnTo>
                <a:cubicBezTo>
                  <a:pt x="258187" y="266700"/>
                  <a:pt x="266700" y="275213"/>
                  <a:pt x="266700" y="285750"/>
                </a:cubicBezTo>
                <a:cubicBezTo>
                  <a:pt x="266700" y="296287"/>
                  <a:pt x="258187" y="304800"/>
                  <a:pt x="247650" y="304800"/>
                </a:cubicBezTo>
                <a:lnTo>
                  <a:pt x="228600" y="304800"/>
                </a:lnTo>
                <a:close/>
                <a:moveTo>
                  <a:pt x="57150" y="228600"/>
                </a:moveTo>
                <a:cubicBezTo>
                  <a:pt x="46613" y="228600"/>
                  <a:pt x="38100" y="237113"/>
                  <a:pt x="38100" y="247650"/>
                </a:cubicBezTo>
                <a:cubicBezTo>
                  <a:pt x="38100" y="258187"/>
                  <a:pt x="46613" y="266700"/>
                  <a:pt x="57150" y="266700"/>
                </a:cubicBezTo>
                <a:lnTo>
                  <a:pt x="209550" y="266700"/>
                </a:lnTo>
                <a:lnTo>
                  <a:pt x="209550" y="228600"/>
                </a:lnTo>
                <a:lnTo>
                  <a:pt x="57150" y="228600"/>
                </a:lnTo>
                <a:close/>
                <a:moveTo>
                  <a:pt x="76200" y="90488"/>
                </a:moveTo>
                <a:cubicBezTo>
                  <a:pt x="76200" y="98405"/>
                  <a:pt x="82570" y="104775"/>
                  <a:pt x="90488" y="104775"/>
                </a:cubicBezTo>
                <a:lnTo>
                  <a:pt x="195263" y="104775"/>
                </a:lnTo>
                <a:cubicBezTo>
                  <a:pt x="203180" y="104775"/>
                  <a:pt x="209550" y="98405"/>
                  <a:pt x="209550" y="90488"/>
                </a:cubicBezTo>
                <a:cubicBezTo>
                  <a:pt x="209550" y="82570"/>
                  <a:pt x="203180" y="76200"/>
                  <a:pt x="195263" y="76200"/>
                </a:cubicBezTo>
                <a:lnTo>
                  <a:pt x="90488" y="76200"/>
                </a:lnTo>
                <a:cubicBezTo>
                  <a:pt x="82570" y="76200"/>
                  <a:pt x="76200" y="82570"/>
                  <a:pt x="76200" y="90488"/>
                </a:cubicBezTo>
                <a:close/>
                <a:moveTo>
                  <a:pt x="90488" y="133350"/>
                </a:moveTo>
                <a:cubicBezTo>
                  <a:pt x="82570" y="133350"/>
                  <a:pt x="76200" y="139720"/>
                  <a:pt x="76200" y="147638"/>
                </a:cubicBezTo>
                <a:cubicBezTo>
                  <a:pt x="76200" y="155555"/>
                  <a:pt x="82570" y="161925"/>
                  <a:pt x="90488" y="161925"/>
                </a:cubicBezTo>
                <a:lnTo>
                  <a:pt x="195263" y="161925"/>
                </a:lnTo>
                <a:cubicBezTo>
                  <a:pt x="203180" y="161925"/>
                  <a:pt x="209550" y="155555"/>
                  <a:pt x="209550" y="147638"/>
                </a:cubicBezTo>
                <a:cubicBezTo>
                  <a:pt x="209550" y="139720"/>
                  <a:pt x="203180" y="133350"/>
                  <a:pt x="195263" y="133350"/>
                </a:cubicBezTo>
                <a:lnTo>
                  <a:pt x="90488" y="133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0" y="1727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2438400"/>
            <a:ext cx="452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68050" y="3048000"/>
            <a:ext cx="44831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</a:t>
            </a:r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chatbot reads relevant docs before answering.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25200" y="6762049"/>
            <a:ext cx="4368800" cy="609600"/>
          </a:xfrm>
          <a:custGeom>
            <a:avLst/>
            <a:gdLst/>
            <a:ahLst/>
            <a:cxnLst/>
            <a:rect l="l" t="t" r="r" b="b"/>
            <a:pathLst>
              <a:path w="4368800" h="609600">
                <a:moveTo>
                  <a:pt x="101602" y="0"/>
                </a:moveTo>
                <a:lnTo>
                  <a:pt x="4267198" y="0"/>
                </a:lnTo>
                <a:cubicBezTo>
                  <a:pt x="4323311" y="0"/>
                  <a:pt x="4368800" y="45489"/>
                  <a:pt x="4368800" y="101602"/>
                </a:cubicBezTo>
                <a:lnTo>
                  <a:pt x="4368800" y="507998"/>
                </a:lnTo>
                <a:cubicBezTo>
                  <a:pt x="4368800" y="564111"/>
                  <a:pt x="4323311" y="609600"/>
                  <a:pt x="42671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226800" y="6914449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"AI looks up facts first, then responds"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9289" y="7840138"/>
            <a:ext cx="15211778" cy="784578"/>
          </a:xfrm>
          <a:custGeom>
            <a:avLst/>
            <a:gdLst/>
            <a:ahLst/>
            <a:cxnLst/>
            <a:rect l="l" t="t" r="r" b="b"/>
            <a:pathLst>
              <a:path w="15211778" h="784578">
                <a:moveTo>
                  <a:pt x="152396" y="0"/>
                </a:moveTo>
                <a:lnTo>
                  <a:pt x="15059381" y="0"/>
                </a:lnTo>
                <a:cubicBezTo>
                  <a:pt x="15143548" y="0"/>
                  <a:pt x="15211778" y="68230"/>
                  <a:pt x="15211778" y="152396"/>
                </a:cubicBezTo>
                <a:lnTo>
                  <a:pt x="15211778" y="632181"/>
                </a:lnTo>
                <a:cubicBezTo>
                  <a:pt x="15211778" y="716348"/>
                  <a:pt x="15143548" y="784578"/>
                  <a:pt x="15059381" y="784578"/>
                </a:cubicBezTo>
                <a:lnTo>
                  <a:pt x="152396" y="784578"/>
                </a:lnTo>
                <a:cubicBezTo>
                  <a:pt x="68230" y="784578"/>
                  <a:pt x="0" y="716348"/>
                  <a:pt x="0" y="632181"/>
                </a:cubicBezTo>
                <a:lnTo>
                  <a:pt x="0" y="152396"/>
                </a:lnTo>
                <a:cubicBezTo>
                  <a:pt x="0" y="68287"/>
                  <a:pt x="68287" y="0"/>
                  <a:pt x="152396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 w="22578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37400" y="809075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1089378" y="8054622"/>
            <a:ext cx="144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three use the same trick: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Turn meaning into numbers, then compare!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600" y="1323622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438400" y="2339622"/>
            <a:ext cx="11379200" cy="1320800"/>
          </a:xfrm>
          <a:custGeom>
            <a:avLst/>
            <a:gdLst/>
            <a:ahLst/>
            <a:cxnLst/>
            <a:rect l="l" t="t" r="r" b="b"/>
            <a:pathLst>
              <a:path w="11379200" h="1320800">
                <a:moveTo>
                  <a:pt x="203205" y="0"/>
                </a:moveTo>
                <a:lnTo>
                  <a:pt x="11175995" y="0"/>
                </a:lnTo>
                <a:cubicBezTo>
                  <a:pt x="11288222" y="0"/>
                  <a:pt x="11379200" y="90978"/>
                  <a:pt x="11379200" y="203205"/>
                </a:cubicBezTo>
                <a:lnTo>
                  <a:pt x="11379200" y="1117595"/>
                </a:lnTo>
                <a:cubicBezTo>
                  <a:pt x="11379200" y="1229822"/>
                  <a:pt x="11288222" y="1320800"/>
                  <a:pt x="11175995" y="1320800"/>
                </a:cubicBezTo>
                <a:lnTo>
                  <a:pt x="203205" y="1320800"/>
                </a:lnTo>
                <a:cubicBezTo>
                  <a:pt x="91053" y="1320800"/>
                  <a:pt x="0" y="1229747"/>
                  <a:pt x="0" y="1117595"/>
                </a:cubicBezTo>
                <a:lnTo>
                  <a:pt x="0" y="203205"/>
                </a:lnTo>
                <a:cubicBezTo>
                  <a:pt x="0" y="91053"/>
                  <a:pt x="91053" y="0"/>
                  <a:pt x="2032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264442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037769" y="2796822"/>
            <a:ext cx="27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2796822"/>
            <a:ext cx="481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Embeddings</a:t>
            </a:r>
            <a:pPr>
              <a:lnSpc>
                <a:spcPct val="110000"/>
              </a:lnSpc>
            </a:pPr>
            <a:r>
              <a:rPr lang="en-US" sz="2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meaning as numbers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38400" y="3965222"/>
            <a:ext cx="11379200" cy="1320800"/>
          </a:xfrm>
          <a:custGeom>
            <a:avLst/>
            <a:gdLst/>
            <a:ahLst/>
            <a:cxnLst/>
            <a:rect l="l" t="t" r="r" b="b"/>
            <a:pathLst>
              <a:path w="11379200" h="1320800">
                <a:moveTo>
                  <a:pt x="203205" y="0"/>
                </a:moveTo>
                <a:lnTo>
                  <a:pt x="11175995" y="0"/>
                </a:lnTo>
                <a:cubicBezTo>
                  <a:pt x="11288222" y="0"/>
                  <a:pt x="11379200" y="90978"/>
                  <a:pt x="11379200" y="203205"/>
                </a:cubicBezTo>
                <a:lnTo>
                  <a:pt x="11379200" y="1117595"/>
                </a:lnTo>
                <a:cubicBezTo>
                  <a:pt x="11379200" y="1229822"/>
                  <a:pt x="11288222" y="1320800"/>
                  <a:pt x="11175995" y="1320800"/>
                </a:cubicBezTo>
                <a:lnTo>
                  <a:pt x="203205" y="1320800"/>
                </a:lnTo>
                <a:cubicBezTo>
                  <a:pt x="91053" y="1320800"/>
                  <a:pt x="0" y="1229747"/>
                  <a:pt x="0" y="1117595"/>
                </a:cubicBezTo>
                <a:lnTo>
                  <a:pt x="0" y="203205"/>
                </a:lnTo>
                <a:cubicBezTo>
                  <a:pt x="0" y="91053"/>
                  <a:pt x="91053" y="0"/>
                  <a:pt x="2032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427002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010253" y="4422422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4422422"/>
            <a:ext cx="467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Cosine similarity</a:t>
            </a:r>
            <a:pPr>
              <a:lnSpc>
                <a:spcPct val="110000"/>
              </a:lnSpc>
            </a:pPr>
            <a:r>
              <a:rPr lang="en-US" sz="2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direction match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49689" y="5602110"/>
            <a:ext cx="11350978" cy="1038578"/>
          </a:xfrm>
          <a:custGeom>
            <a:avLst/>
            <a:gdLst/>
            <a:ahLst/>
            <a:cxnLst/>
            <a:rect l="l" t="t" r="r" b="b"/>
            <a:pathLst>
              <a:path w="11350978" h="1038578">
                <a:moveTo>
                  <a:pt x="203198" y="0"/>
                </a:moveTo>
                <a:lnTo>
                  <a:pt x="11147780" y="0"/>
                </a:lnTo>
                <a:cubicBezTo>
                  <a:pt x="11260003" y="0"/>
                  <a:pt x="11350978" y="90975"/>
                  <a:pt x="11350978" y="203198"/>
                </a:cubicBezTo>
                <a:lnTo>
                  <a:pt x="11350978" y="835380"/>
                </a:lnTo>
                <a:cubicBezTo>
                  <a:pt x="11350978" y="947603"/>
                  <a:pt x="11260003" y="1038578"/>
                  <a:pt x="11147780" y="1038578"/>
                </a:cubicBezTo>
                <a:lnTo>
                  <a:pt x="203198" y="1038578"/>
                </a:lnTo>
                <a:cubicBezTo>
                  <a:pt x="90975" y="1038578"/>
                  <a:pt x="0" y="947603"/>
                  <a:pt x="0" y="835380"/>
                </a:cubicBezTo>
                <a:lnTo>
                  <a:pt x="0" y="203198"/>
                </a:lnTo>
                <a:cubicBezTo>
                  <a:pt x="0" y="90975"/>
                  <a:pt x="90975" y="0"/>
                  <a:pt x="203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22578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3418" y="595432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104775"/>
                </a:moveTo>
                <a:cubicBezTo>
                  <a:pt x="141863" y="104775"/>
                  <a:pt x="133350" y="113288"/>
                  <a:pt x="133350" y="123825"/>
                </a:cubicBezTo>
                <a:cubicBezTo>
                  <a:pt x="133350" y="131743"/>
                  <a:pt x="126980" y="138113"/>
                  <a:pt x="119062" y="138113"/>
                </a:cubicBezTo>
                <a:cubicBezTo>
                  <a:pt x="111145" y="138113"/>
                  <a:pt x="104775" y="131743"/>
                  <a:pt x="104775" y="123825"/>
                </a:cubicBezTo>
                <a:cubicBezTo>
                  <a:pt x="104775" y="97512"/>
                  <a:pt x="126087" y="76200"/>
                  <a:pt x="152400" y="76200"/>
                </a:cubicBezTo>
                <a:cubicBezTo>
                  <a:pt x="178713" y="76200"/>
                  <a:pt x="200025" y="97512"/>
                  <a:pt x="200025" y="123825"/>
                </a:cubicBezTo>
                <a:cubicBezTo>
                  <a:pt x="200025" y="151924"/>
                  <a:pt x="178594" y="163830"/>
                  <a:pt x="166688" y="168176"/>
                </a:cubicBezTo>
                <a:lnTo>
                  <a:pt x="166688" y="170438"/>
                </a:lnTo>
                <a:cubicBezTo>
                  <a:pt x="166688" y="178356"/>
                  <a:pt x="160318" y="184725"/>
                  <a:pt x="152400" y="184725"/>
                </a:cubicBezTo>
                <a:cubicBezTo>
                  <a:pt x="144482" y="184725"/>
                  <a:pt x="138113" y="178356"/>
                  <a:pt x="138113" y="170438"/>
                </a:cubicBezTo>
                <a:lnTo>
                  <a:pt x="138113" y="165616"/>
                </a:lnTo>
                <a:cubicBezTo>
                  <a:pt x="138113" y="153412"/>
                  <a:pt x="146923" y="144661"/>
                  <a:pt x="156031" y="141684"/>
                </a:cubicBezTo>
                <a:cubicBezTo>
                  <a:pt x="159841" y="140434"/>
                  <a:pt x="163890" y="138410"/>
                  <a:pt x="166866" y="135553"/>
                </a:cubicBezTo>
                <a:cubicBezTo>
                  <a:pt x="169426" y="133052"/>
                  <a:pt x="171450" y="129600"/>
                  <a:pt x="171450" y="123885"/>
                </a:cubicBezTo>
                <a:cubicBezTo>
                  <a:pt x="171450" y="113348"/>
                  <a:pt x="162937" y="104835"/>
                  <a:pt x="152400" y="104835"/>
                </a:cubicBezTo>
                <a:close/>
                <a:moveTo>
                  <a:pt x="133350" y="219075"/>
                </a:moveTo>
                <a:cubicBezTo>
                  <a:pt x="133350" y="208561"/>
                  <a:pt x="141886" y="200025"/>
                  <a:pt x="152400" y="200025"/>
                </a:cubicBezTo>
                <a:cubicBezTo>
                  <a:pt x="162914" y="200025"/>
                  <a:pt x="171450" y="208561"/>
                  <a:pt x="171450" y="219075"/>
                </a:cubicBezTo>
                <a:cubicBezTo>
                  <a:pt x="171450" y="229589"/>
                  <a:pt x="162914" y="238125"/>
                  <a:pt x="152400" y="238125"/>
                </a:cubicBezTo>
                <a:cubicBezTo>
                  <a:pt x="141886" y="238125"/>
                  <a:pt x="133350" y="229589"/>
                  <a:pt x="133350" y="2190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72178" y="5918200"/>
            <a:ext cx="1038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Question:</a:t>
            </a:r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Why is direction more useful than length?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38400" y="6956778"/>
            <a:ext cx="11379200" cy="863600"/>
          </a:xfrm>
          <a:custGeom>
            <a:avLst/>
            <a:gdLst/>
            <a:ahLst/>
            <a:cxnLst/>
            <a:rect l="l" t="t" r="r" b="b"/>
            <a:pathLst>
              <a:path w="11379200" h="863600">
                <a:moveTo>
                  <a:pt x="203196" y="0"/>
                </a:moveTo>
                <a:lnTo>
                  <a:pt x="11176004" y="0"/>
                </a:lnTo>
                <a:cubicBezTo>
                  <a:pt x="11288226" y="0"/>
                  <a:pt x="11379200" y="90974"/>
                  <a:pt x="11379200" y="203196"/>
                </a:cubicBezTo>
                <a:lnTo>
                  <a:pt x="11379200" y="660404"/>
                </a:lnTo>
                <a:cubicBezTo>
                  <a:pt x="11379200" y="772626"/>
                  <a:pt x="11288226" y="863600"/>
                  <a:pt x="11176004" y="863600"/>
                </a:cubicBezTo>
                <a:lnTo>
                  <a:pt x="203196" y="863600"/>
                </a:lnTo>
                <a:cubicBezTo>
                  <a:pt x="90974" y="863600"/>
                  <a:pt x="0" y="772626"/>
                  <a:pt x="0" y="6604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5671467" y="724690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48000" y="7210778"/>
            <a:ext cx="1057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Time: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embeddings are learned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Embeddings in 20 Minutes: Turning Meaning into Numbers</dc:title>
  <dc:subject>Embeddings in 20 Minutes: Turning Meaning into Numbers</dc:subject>
  <dc:creator>Kimi</dc:creator>
  <cp:lastModifiedBy>Kimi</cp:lastModifiedBy>
  <cp:revision>1</cp:revision>
  <dcterms:created xsi:type="dcterms:W3CDTF">2026-02-10T03:28:05Z</dcterms:created>
  <dcterms:modified xsi:type="dcterms:W3CDTF">2026-02-10T03:28:05Z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{"Label":"Embeddings in 20 Minutes: Turning Meaning into Numbers","ContentProducer":"001191110108MACG2KBH8F10000","ProduceID":"","ReservedCode1":"","ContentPropagator":"001191110108MACG2KBH8F20000","PropagateID":"","ReservedCode2":""}</vt:lpwstr>
  </property>
</Properties>
</file>