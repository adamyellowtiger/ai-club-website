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embeddedFontLst>
    <p:embeddedFont>
      <p:font typeface="Cedarville Cursive"/>
      <p:regular r:id="rId11"/>
    </p:embeddedFont>
    <p:embeddedFont>
      <p:font typeface="Helvetica Neue"/>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namZbqQYpw1dCAckpD1mFY5YM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CedarvilleCursive-regular.fntdata"/><Relationship Id="rId10" Type="http://schemas.openxmlformats.org/officeDocument/2006/relationships/slide" Target="slides/slide6.xml"/><Relationship Id="rId13" Type="http://schemas.openxmlformats.org/officeDocument/2006/relationships/font" Target="fonts/HelveticaNeue-bold.fntdata"/><Relationship Id="rId12"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HelveticaNeue-boldItalic.fntdata"/><Relationship Id="rId14" Type="http://schemas.openxmlformats.org/officeDocument/2006/relationships/font" Target="fonts/HelveticaNeue-italic.fntdata"/><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Helvetica Neue"/>
                <a:ea typeface="Helvetica Neue"/>
                <a:cs typeface="Helvetica Neue"/>
                <a:sym typeface="Helvetica Neue"/>
              </a:defRPr>
            </a:lvl1pPr>
            <a:lvl2pPr indent="-228600" lvl="1" marL="914400" marR="0" rtl="0" algn="l">
              <a:spcBef>
                <a:spcPts val="0"/>
              </a:spcBef>
              <a:spcAft>
                <a:spcPts val="0"/>
              </a:spcAft>
              <a:buSzPts val="1400"/>
              <a:buNone/>
              <a:defRPr b="0" i="0" sz="1200" u="none" cap="none" strike="noStrike">
                <a:latin typeface="Helvetica Neue"/>
                <a:ea typeface="Helvetica Neue"/>
                <a:cs typeface="Helvetica Neue"/>
                <a:sym typeface="Helvetica Neue"/>
              </a:defRPr>
            </a:lvl2pPr>
            <a:lvl3pPr indent="-228600" lvl="2" marL="1371600" marR="0" rtl="0" algn="l">
              <a:spcBef>
                <a:spcPts val="0"/>
              </a:spcBef>
              <a:spcAft>
                <a:spcPts val="0"/>
              </a:spcAft>
              <a:buSzPts val="1400"/>
              <a:buNone/>
              <a:defRPr b="0" i="0" sz="1200" u="none" cap="none" strike="noStrike">
                <a:latin typeface="Helvetica Neue"/>
                <a:ea typeface="Helvetica Neue"/>
                <a:cs typeface="Helvetica Neue"/>
                <a:sym typeface="Helvetica Neue"/>
              </a:defRPr>
            </a:lvl3pPr>
            <a:lvl4pPr indent="-228600" lvl="3" marL="1828800" marR="0" rtl="0" algn="l">
              <a:spcBef>
                <a:spcPts val="0"/>
              </a:spcBef>
              <a:spcAft>
                <a:spcPts val="0"/>
              </a:spcAft>
              <a:buSzPts val="1400"/>
              <a:buNone/>
              <a:defRPr b="0" i="0" sz="1200" u="none" cap="none" strike="noStrike">
                <a:latin typeface="Helvetica Neue"/>
                <a:ea typeface="Helvetica Neue"/>
                <a:cs typeface="Helvetica Neue"/>
                <a:sym typeface="Helvetica Neue"/>
              </a:defRPr>
            </a:lvl4pPr>
            <a:lvl5pPr indent="-228600" lvl="4" marL="2286000" marR="0" rtl="0" algn="l">
              <a:spcBef>
                <a:spcPts val="0"/>
              </a:spcBef>
              <a:spcAft>
                <a:spcPts val="0"/>
              </a:spcAft>
              <a:buSzPts val="1400"/>
              <a:buNone/>
              <a:defRPr b="0" i="0" sz="1200" u="none" cap="none" strike="noStrike">
                <a:latin typeface="Helvetica Neue"/>
                <a:ea typeface="Helvetica Neue"/>
                <a:cs typeface="Helvetica Neue"/>
                <a:sym typeface="Helvetica Neue"/>
              </a:defRPr>
            </a:lvl5pPr>
            <a:lvl6pPr indent="-228600" lvl="5" marL="2743200" marR="0" rtl="0" algn="l">
              <a:spcBef>
                <a:spcPts val="0"/>
              </a:spcBef>
              <a:spcAft>
                <a:spcPts val="0"/>
              </a:spcAft>
              <a:buSzPts val="1400"/>
              <a:buNone/>
              <a:defRPr b="0" i="0" sz="1200" u="none" cap="none" strike="noStrike">
                <a:latin typeface="Helvetica Neue"/>
                <a:ea typeface="Helvetica Neue"/>
                <a:cs typeface="Helvetica Neue"/>
                <a:sym typeface="Helvetica Neue"/>
              </a:defRPr>
            </a:lvl6pPr>
            <a:lvl7pPr indent="-228600" lvl="6" marL="3200400" marR="0" rtl="0" algn="l">
              <a:spcBef>
                <a:spcPts val="0"/>
              </a:spcBef>
              <a:spcAft>
                <a:spcPts val="0"/>
              </a:spcAft>
              <a:buSzPts val="1400"/>
              <a:buNone/>
              <a:defRPr b="0" i="0" sz="1200" u="none" cap="none" strike="noStrike">
                <a:latin typeface="Helvetica Neue"/>
                <a:ea typeface="Helvetica Neue"/>
                <a:cs typeface="Helvetica Neue"/>
                <a:sym typeface="Helvetica Neue"/>
              </a:defRPr>
            </a:lvl7pPr>
            <a:lvl8pPr indent="-228600" lvl="7" marL="3657600" marR="0" rtl="0" algn="l">
              <a:spcBef>
                <a:spcPts val="0"/>
              </a:spcBef>
              <a:spcAft>
                <a:spcPts val="0"/>
              </a:spcAft>
              <a:buSzPts val="1400"/>
              <a:buNone/>
              <a:defRPr b="0" i="0" sz="1200" u="none" cap="none" strike="noStrike">
                <a:latin typeface="Helvetica Neue"/>
                <a:ea typeface="Helvetica Neue"/>
                <a:cs typeface="Helvetica Neue"/>
                <a:sym typeface="Helvetica Neue"/>
              </a:defRPr>
            </a:lvl8pPr>
            <a:lvl9pPr indent="-228600" lvl="8" marL="4114800" marR="0" rtl="0" algn="l">
              <a:spcBef>
                <a:spcPts val="0"/>
              </a:spcBef>
              <a:spcAft>
                <a:spcPts val="0"/>
              </a:spcAft>
              <a:buSzPts val="1400"/>
              <a:buNone/>
              <a:defRPr b="0" i="0" sz="1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Helvetica Neue"/>
                <a:ea typeface="Helvetica Neue"/>
                <a:cs typeface="Helvetica Neue"/>
                <a:sym typeface="Helvetica Neue"/>
              </a:rPr>
              <a:t>Welcome everyone and introduce the execs quickly. Run the three-question poll: used AI, caught AI making a mistake, tried building something with it. Count hands aloud and react with energy. Close by saying that whether someone is trying AI for the first time or already building projects, there is a place for them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Helvetica Neue"/>
                <a:ea typeface="Helvetica Neue"/>
                <a:cs typeface="Helvetica Neue"/>
                <a:sym typeface="Helvetica Neue"/>
              </a:rPr>
              <a:t>Frame these as things members will do, not things they will only hear about. Mention guest speakers and a hackathon briefly as possible extras. Tease: we are building things members are allowed to break.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Try to ask one</a:t>
            </a:r>
            <a:r>
              <a:rPr lang="en-US"/>
              <a:t> exec</a:t>
            </a:r>
            <a:r>
              <a:rPr lang="en-US"/>
              <a:t>/pr and one new club member from each side (agree or disagree).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Helvetica Neue"/>
                <a:ea typeface="Helvetica Neue"/>
                <a:cs typeface="Helvetica Neue"/>
                <a:sym typeface="Helvetica Neue"/>
              </a:rPr>
              <a:t>Show the baseline AI response first as the before picture. Explain the judging criteria. After voting, ask: Which instructions helped? Did any analogy become misleading? Land the takeaway: specific prompts help, but convincing answers still need checking.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6d3721d47e2a71b1_1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h6d3721d47e2a71b1_1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Tease the next few meetings. Mention that they can check out our roadmap on the website(next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will show how we will teach the students Artificial Intelligence, that would help the in the future. We will talk about how the teachers and the execs can help the members who are beginners to learn about AI and learn professional usage of Artificial Intelligence.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10" name="Shape 10"/>
        <p:cNvGrpSpPr/>
        <p:nvPr/>
      </p:nvGrpSpPr>
      <p:grpSpPr>
        <a:xfrm>
          <a:off x="0" y="0"/>
          <a:ext cx="0" cy="0"/>
          <a:chOff x="0" y="0"/>
          <a:chExt cx="0" cy="0"/>
        </a:xfrm>
      </p:grpSpPr>
      <p:sp>
        <p:nvSpPr>
          <p:cNvPr id="11" name="Google Shape;11;p8"/>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1pPr>
            <a:lvl2pPr indent="0" lvl="1"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2pPr>
            <a:lvl3pPr indent="0" lvl="2"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3pPr>
            <a:lvl4pPr indent="0" lvl="3"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4pPr>
            <a:lvl5pPr indent="0" lvl="4"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5pPr>
            <a:lvl6pPr indent="0" lvl="5"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6pPr>
            <a:lvl7pPr indent="0" lvl="6"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7pPr>
            <a:lvl8pPr indent="0" lvl="7"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8pPr>
            <a:lvl9pPr indent="0" lvl="8"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 name="Shape 12"/>
        <p:cNvGrpSpPr/>
        <p:nvPr/>
      </p:nvGrpSpPr>
      <p:grpSpPr>
        <a:xfrm>
          <a:off x="0" y="0"/>
          <a:ext cx="0" cy="0"/>
          <a:chOff x="0" y="0"/>
          <a:chExt cx="0" cy="0"/>
        </a:xfrm>
      </p:grpSpPr>
      <p:sp>
        <p:nvSpPr>
          <p:cNvPr id="13" name="Google Shape;13;p9"/>
          <p:cNvSpPr/>
          <p:nvPr/>
        </p:nvSpPr>
        <p:spPr>
          <a:xfrm>
            <a:off x="5791200" y="2209800"/>
            <a:ext cx="609600" cy="38100"/>
          </a:xfrm>
          <a:prstGeom prst="rect">
            <a:avLst/>
          </a:pr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p9"/>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algn="l">
              <a:lnSpc>
                <a:spcPct val="110000"/>
              </a:lnSpc>
              <a:spcBef>
                <a:spcPts val="0"/>
              </a:spcBef>
              <a:spcAft>
                <a:spcPts val="0"/>
              </a:spcAft>
              <a:buClr>
                <a:srgbClr val="000000"/>
              </a:buClr>
              <a:buSzPts val="1800"/>
              <a:buNone/>
              <a:defRPr/>
            </a:lvl1pPr>
            <a:lvl2pPr lvl="1" algn="l">
              <a:lnSpc>
                <a:spcPct val="110000"/>
              </a:lnSpc>
              <a:spcBef>
                <a:spcPts val="0"/>
              </a:spcBef>
              <a:spcAft>
                <a:spcPts val="0"/>
              </a:spcAft>
              <a:buClr>
                <a:srgbClr val="000000"/>
              </a:buClr>
              <a:buSzPts val="1800"/>
              <a:buNone/>
              <a:defRPr/>
            </a:lvl2pPr>
            <a:lvl3pPr lvl="2" algn="l">
              <a:lnSpc>
                <a:spcPct val="110000"/>
              </a:lnSpc>
              <a:spcBef>
                <a:spcPts val="0"/>
              </a:spcBef>
              <a:spcAft>
                <a:spcPts val="0"/>
              </a:spcAft>
              <a:buClr>
                <a:srgbClr val="000000"/>
              </a:buClr>
              <a:buSzPts val="1800"/>
              <a:buNone/>
              <a:defRPr/>
            </a:lvl3pPr>
            <a:lvl4pPr lvl="3" algn="l">
              <a:lnSpc>
                <a:spcPct val="110000"/>
              </a:lnSpc>
              <a:spcBef>
                <a:spcPts val="0"/>
              </a:spcBef>
              <a:spcAft>
                <a:spcPts val="0"/>
              </a:spcAft>
              <a:buClr>
                <a:srgbClr val="000000"/>
              </a:buClr>
              <a:buSzPts val="1800"/>
              <a:buNone/>
              <a:defRPr/>
            </a:lvl4pPr>
            <a:lvl5pPr lvl="4" algn="l">
              <a:lnSpc>
                <a:spcPct val="110000"/>
              </a:lnSpc>
              <a:spcBef>
                <a:spcPts val="0"/>
              </a:spcBef>
              <a:spcAft>
                <a:spcPts val="0"/>
              </a:spcAft>
              <a:buClr>
                <a:srgbClr val="000000"/>
              </a:buClr>
              <a:buSzPts val="1800"/>
              <a:buNone/>
              <a:defRPr/>
            </a:lvl5pPr>
            <a:lvl6pPr lvl="5" algn="l">
              <a:lnSpc>
                <a:spcPct val="110000"/>
              </a:lnSpc>
              <a:spcBef>
                <a:spcPts val="0"/>
              </a:spcBef>
              <a:spcAft>
                <a:spcPts val="0"/>
              </a:spcAft>
              <a:buClr>
                <a:srgbClr val="000000"/>
              </a:buClr>
              <a:buSzPts val="1800"/>
              <a:buNone/>
              <a:defRPr/>
            </a:lvl6pPr>
            <a:lvl7pPr lvl="6" algn="l">
              <a:lnSpc>
                <a:spcPct val="110000"/>
              </a:lnSpc>
              <a:spcBef>
                <a:spcPts val="0"/>
              </a:spcBef>
              <a:spcAft>
                <a:spcPts val="0"/>
              </a:spcAft>
              <a:buClr>
                <a:srgbClr val="000000"/>
              </a:buClr>
              <a:buSzPts val="1800"/>
              <a:buNone/>
              <a:defRPr/>
            </a:lvl7pPr>
            <a:lvl8pPr lvl="7" algn="l">
              <a:lnSpc>
                <a:spcPct val="110000"/>
              </a:lnSpc>
              <a:spcBef>
                <a:spcPts val="0"/>
              </a:spcBef>
              <a:spcAft>
                <a:spcPts val="0"/>
              </a:spcAft>
              <a:buClr>
                <a:srgbClr val="000000"/>
              </a:buClr>
              <a:buSzPts val="1800"/>
              <a:buNone/>
              <a:defRPr/>
            </a:lvl8pPr>
            <a:lvl9pPr lvl="8" algn="l">
              <a:lnSpc>
                <a:spcPct val="110000"/>
              </a:lnSpc>
              <a:spcBef>
                <a:spcPts val="0"/>
              </a:spcBef>
              <a:spcAft>
                <a:spcPts val="0"/>
              </a:spcAft>
              <a:buClr>
                <a:srgbClr val="000000"/>
              </a:buClr>
              <a:buSzPts val="1800"/>
              <a:buNone/>
              <a:defRPr/>
            </a:lvl9pPr>
          </a:lstStyle>
          <a:p/>
        </p:txBody>
      </p:sp>
      <p:sp>
        <p:nvSpPr>
          <p:cNvPr id="15" name="Google Shape;15;p9"/>
          <p:cNvSpPr txBox="1"/>
          <p:nvPr>
            <p:ph idx="1" type="body"/>
          </p:nvPr>
        </p:nvSpPr>
        <p:spPr>
          <a:xfrm>
            <a:off x="1828800" y="3771900"/>
            <a:ext cx="8534400" cy="762000"/>
          </a:xfrm>
          <a:prstGeom prst="rect">
            <a:avLst/>
          </a:prstGeom>
          <a:noFill/>
          <a:ln>
            <a:noFill/>
          </a:ln>
        </p:spPr>
        <p:txBody>
          <a:bodyPr anchorCtr="0" anchor="ctr" bIns="0" lIns="0" spcFirstLastPara="1" rIns="0" wrap="square" tIns="0">
            <a:normAutofit/>
          </a:bodyPr>
          <a:lstStyle>
            <a:lvl1pPr indent="-228600" lvl="0" marL="457200" algn="l">
              <a:lnSpc>
                <a:spcPct val="110000"/>
              </a:lnSpc>
              <a:spcBef>
                <a:spcPts val="0"/>
              </a:spcBef>
              <a:spcAft>
                <a:spcPts val="0"/>
              </a:spcAft>
              <a:buClr>
                <a:srgbClr val="000000"/>
              </a:buClr>
              <a:buSzPts val="1800"/>
              <a:buNone/>
              <a:defRPr/>
            </a:lvl1pPr>
            <a:lvl2pPr indent="-228600" lvl="1" marL="914400" algn="l">
              <a:lnSpc>
                <a:spcPct val="110000"/>
              </a:lnSpc>
              <a:spcBef>
                <a:spcPts val="0"/>
              </a:spcBef>
              <a:spcAft>
                <a:spcPts val="0"/>
              </a:spcAft>
              <a:buClr>
                <a:srgbClr val="000000"/>
              </a:buClr>
              <a:buSzPts val="1800"/>
              <a:buNone/>
              <a:defRPr/>
            </a:lvl2pPr>
            <a:lvl3pPr indent="-228600" lvl="2" marL="1371600" algn="l">
              <a:lnSpc>
                <a:spcPct val="110000"/>
              </a:lnSpc>
              <a:spcBef>
                <a:spcPts val="0"/>
              </a:spcBef>
              <a:spcAft>
                <a:spcPts val="0"/>
              </a:spcAft>
              <a:buClr>
                <a:srgbClr val="000000"/>
              </a:buClr>
              <a:buSzPts val="1800"/>
              <a:buNone/>
              <a:defRPr/>
            </a:lvl3pPr>
            <a:lvl4pPr indent="-228600" lvl="3" marL="1828800" algn="l">
              <a:lnSpc>
                <a:spcPct val="110000"/>
              </a:lnSpc>
              <a:spcBef>
                <a:spcPts val="0"/>
              </a:spcBef>
              <a:spcAft>
                <a:spcPts val="0"/>
              </a:spcAft>
              <a:buClr>
                <a:srgbClr val="000000"/>
              </a:buClr>
              <a:buSzPts val="1800"/>
              <a:buNone/>
              <a:defRPr/>
            </a:lvl4pPr>
            <a:lvl5pPr indent="-228600" lvl="4" marL="2286000" algn="l">
              <a:lnSpc>
                <a:spcPct val="110000"/>
              </a:lnSpc>
              <a:spcBef>
                <a:spcPts val="0"/>
              </a:spcBef>
              <a:spcAft>
                <a:spcPts val="0"/>
              </a:spcAft>
              <a:buClr>
                <a:srgbClr val="000000"/>
              </a:buClr>
              <a:buSzPts val="1800"/>
              <a:buNone/>
              <a:defRPr/>
            </a:lvl5pPr>
            <a:lvl6pPr indent="-342900" lvl="5" marL="2743200" algn="l">
              <a:lnSpc>
                <a:spcPct val="110000"/>
              </a:lnSpc>
              <a:spcBef>
                <a:spcPts val="1200"/>
              </a:spcBef>
              <a:spcAft>
                <a:spcPts val="0"/>
              </a:spcAft>
              <a:buClr>
                <a:srgbClr val="000000"/>
              </a:buClr>
              <a:buSzPts val="1800"/>
              <a:buChar char="•"/>
              <a:defRPr/>
            </a:lvl6pPr>
            <a:lvl7pPr indent="-342900" lvl="6" marL="3200400" algn="l">
              <a:lnSpc>
                <a:spcPct val="110000"/>
              </a:lnSpc>
              <a:spcBef>
                <a:spcPts val="1200"/>
              </a:spcBef>
              <a:spcAft>
                <a:spcPts val="0"/>
              </a:spcAft>
              <a:buClr>
                <a:srgbClr val="000000"/>
              </a:buClr>
              <a:buSzPts val="1800"/>
              <a:buChar char="•"/>
              <a:defRPr/>
            </a:lvl7pPr>
            <a:lvl8pPr indent="-342900" lvl="7" marL="3657600" algn="l">
              <a:lnSpc>
                <a:spcPct val="110000"/>
              </a:lnSpc>
              <a:spcBef>
                <a:spcPts val="1200"/>
              </a:spcBef>
              <a:spcAft>
                <a:spcPts val="0"/>
              </a:spcAft>
              <a:buClr>
                <a:srgbClr val="000000"/>
              </a:buClr>
              <a:buSzPts val="1800"/>
              <a:buChar char="•"/>
              <a:defRPr/>
            </a:lvl8pPr>
            <a:lvl9pPr indent="-342900" lvl="8" marL="4114800" algn="l">
              <a:lnSpc>
                <a:spcPct val="110000"/>
              </a:lnSpc>
              <a:spcBef>
                <a:spcPts val="1200"/>
              </a:spcBef>
              <a:spcAft>
                <a:spcPts val="0"/>
              </a:spcAft>
              <a:buClr>
                <a:srgbClr val="000000"/>
              </a:buClr>
              <a:buSzPts val="1800"/>
              <a:buChar char="•"/>
              <a:defRPr/>
            </a:lvl9pPr>
          </a:lstStyle>
          <a:p/>
        </p:txBody>
      </p:sp>
      <p:sp>
        <p:nvSpPr>
          <p:cNvPr id="16" name="Google Shape;16;p9"/>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1pPr>
            <a:lvl2pPr indent="0" lvl="1"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2pPr>
            <a:lvl3pPr indent="0" lvl="2"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3pPr>
            <a:lvl4pPr indent="0" lvl="3"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4pPr>
            <a:lvl5pPr indent="0" lvl="4"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5pPr>
            <a:lvl6pPr indent="0" lvl="5"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6pPr>
            <a:lvl7pPr indent="0" lvl="6"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7pPr>
            <a:lvl8pPr indent="0" lvl="7"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8pPr>
            <a:lvl9pPr indent="0" lvl="8"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17" name="Shape 17"/>
        <p:cNvGrpSpPr/>
        <p:nvPr/>
      </p:nvGrpSpPr>
      <p:grpSpPr>
        <a:xfrm>
          <a:off x="0" y="0"/>
          <a:ext cx="0" cy="0"/>
          <a:chOff x="0" y="0"/>
          <a:chExt cx="0" cy="0"/>
        </a:xfrm>
      </p:grpSpPr>
      <p:sp>
        <p:nvSpPr>
          <p:cNvPr id="18" name="Google Shape;18;p10"/>
          <p:cNvSpPr/>
          <p:nvPr/>
        </p:nvSpPr>
        <p:spPr>
          <a:xfrm>
            <a:off x="5791200" y="2476500"/>
            <a:ext cx="609600" cy="38100"/>
          </a:xfrm>
          <a:prstGeom prst="rect">
            <a:avLst/>
          </a:pr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10"/>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algn="l">
              <a:lnSpc>
                <a:spcPct val="110000"/>
              </a:lnSpc>
              <a:spcBef>
                <a:spcPts val="0"/>
              </a:spcBef>
              <a:spcAft>
                <a:spcPts val="0"/>
              </a:spcAft>
              <a:buClr>
                <a:srgbClr val="000000"/>
              </a:buClr>
              <a:buSzPts val="1800"/>
              <a:buNone/>
              <a:defRPr/>
            </a:lvl1pPr>
            <a:lvl2pPr lvl="1" algn="l">
              <a:lnSpc>
                <a:spcPct val="110000"/>
              </a:lnSpc>
              <a:spcBef>
                <a:spcPts val="0"/>
              </a:spcBef>
              <a:spcAft>
                <a:spcPts val="0"/>
              </a:spcAft>
              <a:buClr>
                <a:srgbClr val="000000"/>
              </a:buClr>
              <a:buSzPts val="1800"/>
              <a:buNone/>
              <a:defRPr/>
            </a:lvl2pPr>
            <a:lvl3pPr lvl="2" algn="l">
              <a:lnSpc>
                <a:spcPct val="110000"/>
              </a:lnSpc>
              <a:spcBef>
                <a:spcPts val="0"/>
              </a:spcBef>
              <a:spcAft>
                <a:spcPts val="0"/>
              </a:spcAft>
              <a:buClr>
                <a:srgbClr val="000000"/>
              </a:buClr>
              <a:buSzPts val="1800"/>
              <a:buNone/>
              <a:defRPr/>
            </a:lvl3pPr>
            <a:lvl4pPr lvl="3" algn="l">
              <a:lnSpc>
                <a:spcPct val="110000"/>
              </a:lnSpc>
              <a:spcBef>
                <a:spcPts val="0"/>
              </a:spcBef>
              <a:spcAft>
                <a:spcPts val="0"/>
              </a:spcAft>
              <a:buClr>
                <a:srgbClr val="000000"/>
              </a:buClr>
              <a:buSzPts val="1800"/>
              <a:buNone/>
              <a:defRPr/>
            </a:lvl4pPr>
            <a:lvl5pPr lvl="4" algn="l">
              <a:lnSpc>
                <a:spcPct val="110000"/>
              </a:lnSpc>
              <a:spcBef>
                <a:spcPts val="0"/>
              </a:spcBef>
              <a:spcAft>
                <a:spcPts val="0"/>
              </a:spcAft>
              <a:buClr>
                <a:srgbClr val="000000"/>
              </a:buClr>
              <a:buSzPts val="1800"/>
              <a:buNone/>
              <a:defRPr/>
            </a:lvl5pPr>
            <a:lvl6pPr lvl="5" algn="l">
              <a:lnSpc>
                <a:spcPct val="110000"/>
              </a:lnSpc>
              <a:spcBef>
                <a:spcPts val="0"/>
              </a:spcBef>
              <a:spcAft>
                <a:spcPts val="0"/>
              </a:spcAft>
              <a:buClr>
                <a:srgbClr val="000000"/>
              </a:buClr>
              <a:buSzPts val="1800"/>
              <a:buNone/>
              <a:defRPr/>
            </a:lvl6pPr>
            <a:lvl7pPr lvl="6" algn="l">
              <a:lnSpc>
                <a:spcPct val="110000"/>
              </a:lnSpc>
              <a:spcBef>
                <a:spcPts val="0"/>
              </a:spcBef>
              <a:spcAft>
                <a:spcPts val="0"/>
              </a:spcAft>
              <a:buClr>
                <a:srgbClr val="000000"/>
              </a:buClr>
              <a:buSzPts val="1800"/>
              <a:buNone/>
              <a:defRPr/>
            </a:lvl7pPr>
            <a:lvl8pPr lvl="7" algn="l">
              <a:lnSpc>
                <a:spcPct val="110000"/>
              </a:lnSpc>
              <a:spcBef>
                <a:spcPts val="0"/>
              </a:spcBef>
              <a:spcAft>
                <a:spcPts val="0"/>
              </a:spcAft>
              <a:buClr>
                <a:srgbClr val="000000"/>
              </a:buClr>
              <a:buSzPts val="1800"/>
              <a:buNone/>
              <a:defRPr/>
            </a:lvl8pPr>
            <a:lvl9pPr lvl="8" algn="l">
              <a:lnSpc>
                <a:spcPct val="110000"/>
              </a:lnSpc>
              <a:spcBef>
                <a:spcPts val="0"/>
              </a:spcBef>
              <a:spcAft>
                <a:spcPts val="0"/>
              </a:spcAft>
              <a:buClr>
                <a:srgbClr val="000000"/>
              </a:buClr>
              <a:buSzPts val="1800"/>
              <a:buNone/>
              <a:defRPr/>
            </a:lvl9pPr>
          </a:lstStyle>
          <a:p/>
        </p:txBody>
      </p:sp>
      <p:sp>
        <p:nvSpPr>
          <p:cNvPr id="20" name="Google Shape;20;p10"/>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1pPr>
            <a:lvl2pPr indent="0" lvl="1"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2pPr>
            <a:lvl3pPr indent="0" lvl="2"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3pPr>
            <a:lvl4pPr indent="0" lvl="3"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4pPr>
            <a:lvl5pPr indent="0" lvl="4"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5pPr>
            <a:lvl6pPr indent="0" lvl="5"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6pPr>
            <a:lvl7pPr indent="0" lvl="6"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7pPr>
            <a:lvl8pPr indent="0" lvl="7"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8pPr>
            <a:lvl9pPr indent="0" lvl="8"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1" name="Shape 21"/>
        <p:cNvGrpSpPr/>
        <p:nvPr/>
      </p:nvGrpSpPr>
      <p:grpSpPr>
        <a:xfrm>
          <a:off x="0" y="0"/>
          <a:ext cx="0" cy="0"/>
          <a:chOff x="0" y="0"/>
          <a:chExt cx="0" cy="0"/>
        </a:xfrm>
      </p:grpSpPr>
      <p:sp>
        <p:nvSpPr>
          <p:cNvPr id="22" name="Google Shape;22;p11"/>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algn="l">
              <a:lnSpc>
                <a:spcPct val="110000"/>
              </a:lnSpc>
              <a:spcBef>
                <a:spcPts val="0"/>
              </a:spcBef>
              <a:spcAft>
                <a:spcPts val="0"/>
              </a:spcAft>
              <a:buClr>
                <a:srgbClr val="000000"/>
              </a:buClr>
              <a:buSzPts val="1800"/>
              <a:buNone/>
              <a:defRPr/>
            </a:lvl1pPr>
            <a:lvl2pPr lvl="1" algn="l">
              <a:lnSpc>
                <a:spcPct val="110000"/>
              </a:lnSpc>
              <a:spcBef>
                <a:spcPts val="0"/>
              </a:spcBef>
              <a:spcAft>
                <a:spcPts val="0"/>
              </a:spcAft>
              <a:buClr>
                <a:srgbClr val="000000"/>
              </a:buClr>
              <a:buSzPts val="1800"/>
              <a:buNone/>
              <a:defRPr/>
            </a:lvl2pPr>
            <a:lvl3pPr lvl="2" algn="l">
              <a:lnSpc>
                <a:spcPct val="110000"/>
              </a:lnSpc>
              <a:spcBef>
                <a:spcPts val="0"/>
              </a:spcBef>
              <a:spcAft>
                <a:spcPts val="0"/>
              </a:spcAft>
              <a:buClr>
                <a:srgbClr val="000000"/>
              </a:buClr>
              <a:buSzPts val="1800"/>
              <a:buNone/>
              <a:defRPr/>
            </a:lvl3pPr>
            <a:lvl4pPr lvl="3" algn="l">
              <a:lnSpc>
                <a:spcPct val="110000"/>
              </a:lnSpc>
              <a:spcBef>
                <a:spcPts val="0"/>
              </a:spcBef>
              <a:spcAft>
                <a:spcPts val="0"/>
              </a:spcAft>
              <a:buClr>
                <a:srgbClr val="000000"/>
              </a:buClr>
              <a:buSzPts val="1800"/>
              <a:buNone/>
              <a:defRPr/>
            </a:lvl4pPr>
            <a:lvl5pPr lvl="4" algn="l">
              <a:lnSpc>
                <a:spcPct val="110000"/>
              </a:lnSpc>
              <a:spcBef>
                <a:spcPts val="0"/>
              </a:spcBef>
              <a:spcAft>
                <a:spcPts val="0"/>
              </a:spcAft>
              <a:buClr>
                <a:srgbClr val="000000"/>
              </a:buClr>
              <a:buSzPts val="1800"/>
              <a:buNone/>
              <a:defRPr/>
            </a:lvl5pPr>
            <a:lvl6pPr lvl="5" algn="l">
              <a:lnSpc>
                <a:spcPct val="110000"/>
              </a:lnSpc>
              <a:spcBef>
                <a:spcPts val="0"/>
              </a:spcBef>
              <a:spcAft>
                <a:spcPts val="0"/>
              </a:spcAft>
              <a:buClr>
                <a:srgbClr val="000000"/>
              </a:buClr>
              <a:buSzPts val="1800"/>
              <a:buNone/>
              <a:defRPr/>
            </a:lvl6pPr>
            <a:lvl7pPr lvl="6" algn="l">
              <a:lnSpc>
                <a:spcPct val="110000"/>
              </a:lnSpc>
              <a:spcBef>
                <a:spcPts val="0"/>
              </a:spcBef>
              <a:spcAft>
                <a:spcPts val="0"/>
              </a:spcAft>
              <a:buClr>
                <a:srgbClr val="000000"/>
              </a:buClr>
              <a:buSzPts val="1800"/>
              <a:buNone/>
              <a:defRPr/>
            </a:lvl7pPr>
            <a:lvl8pPr lvl="7" algn="l">
              <a:lnSpc>
                <a:spcPct val="110000"/>
              </a:lnSpc>
              <a:spcBef>
                <a:spcPts val="0"/>
              </a:spcBef>
              <a:spcAft>
                <a:spcPts val="0"/>
              </a:spcAft>
              <a:buClr>
                <a:srgbClr val="000000"/>
              </a:buClr>
              <a:buSzPts val="1800"/>
              <a:buNone/>
              <a:defRPr/>
            </a:lvl8pPr>
            <a:lvl9pPr lvl="8" algn="l">
              <a:lnSpc>
                <a:spcPct val="110000"/>
              </a:lnSpc>
              <a:spcBef>
                <a:spcPts val="0"/>
              </a:spcBef>
              <a:spcAft>
                <a:spcPts val="0"/>
              </a:spcAft>
              <a:buClr>
                <a:srgbClr val="000000"/>
              </a:buClr>
              <a:buSzPts val="1800"/>
              <a:buNone/>
              <a:defRPr/>
            </a:lvl9pPr>
          </a:lstStyle>
          <a:p/>
        </p:txBody>
      </p:sp>
      <p:sp>
        <p:nvSpPr>
          <p:cNvPr id="23" name="Google Shape;23;p11"/>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200"/>
              </a:spcBef>
              <a:spcAft>
                <a:spcPts val="0"/>
              </a:spcAft>
              <a:buClr>
                <a:srgbClr val="000000"/>
              </a:buClr>
              <a:buSzPts val="1800"/>
              <a:buChar char="•"/>
              <a:defRPr/>
            </a:lvl1pPr>
            <a:lvl2pPr indent="-342900" lvl="1" marL="914400" algn="l">
              <a:lnSpc>
                <a:spcPct val="110000"/>
              </a:lnSpc>
              <a:spcBef>
                <a:spcPts val="1200"/>
              </a:spcBef>
              <a:spcAft>
                <a:spcPts val="0"/>
              </a:spcAft>
              <a:buClr>
                <a:srgbClr val="000000"/>
              </a:buClr>
              <a:buSzPts val="1800"/>
              <a:buChar char="•"/>
              <a:defRPr/>
            </a:lvl2pPr>
            <a:lvl3pPr indent="-342900" lvl="2" marL="1371600" algn="l">
              <a:lnSpc>
                <a:spcPct val="110000"/>
              </a:lnSpc>
              <a:spcBef>
                <a:spcPts val="1200"/>
              </a:spcBef>
              <a:spcAft>
                <a:spcPts val="0"/>
              </a:spcAft>
              <a:buClr>
                <a:srgbClr val="000000"/>
              </a:buClr>
              <a:buSzPts val="1800"/>
              <a:buChar char="•"/>
              <a:defRPr/>
            </a:lvl3pPr>
            <a:lvl4pPr indent="-342900" lvl="3" marL="1828800" algn="l">
              <a:lnSpc>
                <a:spcPct val="110000"/>
              </a:lnSpc>
              <a:spcBef>
                <a:spcPts val="1200"/>
              </a:spcBef>
              <a:spcAft>
                <a:spcPts val="0"/>
              </a:spcAft>
              <a:buClr>
                <a:srgbClr val="000000"/>
              </a:buClr>
              <a:buSzPts val="1800"/>
              <a:buChar char="•"/>
              <a:defRPr/>
            </a:lvl4pPr>
            <a:lvl5pPr indent="-342900" lvl="4" marL="2286000" algn="l">
              <a:lnSpc>
                <a:spcPct val="110000"/>
              </a:lnSpc>
              <a:spcBef>
                <a:spcPts val="1200"/>
              </a:spcBef>
              <a:spcAft>
                <a:spcPts val="0"/>
              </a:spcAft>
              <a:buClr>
                <a:srgbClr val="000000"/>
              </a:buClr>
              <a:buSzPts val="1800"/>
              <a:buChar char="•"/>
              <a:defRPr/>
            </a:lvl5pPr>
            <a:lvl6pPr indent="-342900" lvl="5" marL="2743200" algn="l">
              <a:lnSpc>
                <a:spcPct val="110000"/>
              </a:lnSpc>
              <a:spcBef>
                <a:spcPts val="1200"/>
              </a:spcBef>
              <a:spcAft>
                <a:spcPts val="0"/>
              </a:spcAft>
              <a:buClr>
                <a:srgbClr val="000000"/>
              </a:buClr>
              <a:buSzPts val="1800"/>
              <a:buChar char="•"/>
              <a:defRPr/>
            </a:lvl6pPr>
            <a:lvl7pPr indent="-342900" lvl="6" marL="3200400" algn="l">
              <a:lnSpc>
                <a:spcPct val="110000"/>
              </a:lnSpc>
              <a:spcBef>
                <a:spcPts val="1200"/>
              </a:spcBef>
              <a:spcAft>
                <a:spcPts val="0"/>
              </a:spcAft>
              <a:buClr>
                <a:srgbClr val="000000"/>
              </a:buClr>
              <a:buSzPts val="1800"/>
              <a:buChar char="•"/>
              <a:defRPr/>
            </a:lvl7pPr>
            <a:lvl8pPr indent="-342900" lvl="7" marL="3657600" algn="l">
              <a:lnSpc>
                <a:spcPct val="110000"/>
              </a:lnSpc>
              <a:spcBef>
                <a:spcPts val="1200"/>
              </a:spcBef>
              <a:spcAft>
                <a:spcPts val="0"/>
              </a:spcAft>
              <a:buClr>
                <a:srgbClr val="000000"/>
              </a:buClr>
              <a:buSzPts val="1800"/>
              <a:buChar char="•"/>
              <a:defRPr/>
            </a:lvl8pPr>
            <a:lvl9pPr indent="-342900" lvl="8" marL="4114800" algn="l">
              <a:lnSpc>
                <a:spcPct val="110000"/>
              </a:lnSpc>
              <a:spcBef>
                <a:spcPts val="1200"/>
              </a:spcBef>
              <a:spcAft>
                <a:spcPts val="0"/>
              </a:spcAft>
              <a:buClr>
                <a:srgbClr val="000000"/>
              </a:buClr>
              <a:buSzPts val="1800"/>
              <a:buChar char="•"/>
              <a:defRPr/>
            </a:lvl9pPr>
          </a:lstStyle>
          <a:p/>
        </p:txBody>
      </p:sp>
      <p:sp>
        <p:nvSpPr>
          <p:cNvPr id="24" name="Google Shape;24;p11"/>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1pPr>
            <a:lvl2pPr indent="0" lvl="1"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2pPr>
            <a:lvl3pPr indent="0" lvl="2"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3pPr>
            <a:lvl4pPr indent="0" lvl="3"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4pPr>
            <a:lvl5pPr indent="0" lvl="4"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5pPr>
            <a:lvl6pPr indent="0" lvl="5"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6pPr>
            <a:lvl7pPr indent="0" lvl="6"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7pPr>
            <a:lvl8pPr indent="0" lvl="7"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8pPr>
            <a:lvl9pPr indent="0" lvl="8"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25" name="Shape 25"/>
        <p:cNvGrpSpPr/>
        <p:nvPr/>
      </p:nvGrpSpPr>
      <p:grpSpPr>
        <a:xfrm>
          <a:off x="0" y="0"/>
          <a:ext cx="0" cy="0"/>
          <a:chOff x="0" y="0"/>
          <a:chExt cx="0" cy="0"/>
        </a:xfrm>
      </p:grpSpPr>
      <p:sp>
        <p:nvSpPr>
          <p:cNvPr id="26" name="Google Shape;26;p12"/>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algn="l">
              <a:lnSpc>
                <a:spcPct val="110000"/>
              </a:lnSpc>
              <a:spcBef>
                <a:spcPts val="0"/>
              </a:spcBef>
              <a:spcAft>
                <a:spcPts val="0"/>
              </a:spcAft>
              <a:buClr>
                <a:srgbClr val="000000"/>
              </a:buClr>
              <a:buSzPts val="1800"/>
              <a:buNone/>
              <a:defRPr/>
            </a:lvl1pPr>
            <a:lvl2pPr lvl="1" algn="l">
              <a:lnSpc>
                <a:spcPct val="110000"/>
              </a:lnSpc>
              <a:spcBef>
                <a:spcPts val="0"/>
              </a:spcBef>
              <a:spcAft>
                <a:spcPts val="0"/>
              </a:spcAft>
              <a:buClr>
                <a:srgbClr val="000000"/>
              </a:buClr>
              <a:buSzPts val="1800"/>
              <a:buNone/>
              <a:defRPr/>
            </a:lvl2pPr>
            <a:lvl3pPr lvl="2" algn="l">
              <a:lnSpc>
                <a:spcPct val="110000"/>
              </a:lnSpc>
              <a:spcBef>
                <a:spcPts val="0"/>
              </a:spcBef>
              <a:spcAft>
                <a:spcPts val="0"/>
              </a:spcAft>
              <a:buClr>
                <a:srgbClr val="000000"/>
              </a:buClr>
              <a:buSzPts val="1800"/>
              <a:buNone/>
              <a:defRPr/>
            </a:lvl3pPr>
            <a:lvl4pPr lvl="3" algn="l">
              <a:lnSpc>
                <a:spcPct val="110000"/>
              </a:lnSpc>
              <a:spcBef>
                <a:spcPts val="0"/>
              </a:spcBef>
              <a:spcAft>
                <a:spcPts val="0"/>
              </a:spcAft>
              <a:buClr>
                <a:srgbClr val="000000"/>
              </a:buClr>
              <a:buSzPts val="1800"/>
              <a:buNone/>
              <a:defRPr/>
            </a:lvl4pPr>
            <a:lvl5pPr lvl="4" algn="l">
              <a:lnSpc>
                <a:spcPct val="110000"/>
              </a:lnSpc>
              <a:spcBef>
                <a:spcPts val="0"/>
              </a:spcBef>
              <a:spcAft>
                <a:spcPts val="0"/>
              </a:spcAft>
              <a:buClr>
                <a:srgbClr val="000000"/>
              </a:buClr>
              <a:buSzPts val="1800"/>
              <a:buNone/>
              <a:defRPr/>
            </a:lvl5pPr>
            <a:lvl6pPr lvl="5" algn="l">
              <a:lnSpc>
                <a:spcPct val="110000"/>
              </a:lnSpc>
              <a:spcBef>
                <a:spcPts val="0"/>
              </a:spcBef>
              <a:spcAft>
                <a:spcPts val="0"/>
              </a:spcAft>
              <a:buClr>
                <a:srgbClr val="000000"/>
              </a:buClr>
              <a:buSzPts val="1800"/>
              <a:buNone/>
              <a:defRPr/>
            </a:lvl6pPr>
            <a:lvl7pPr lvl="6" algn="l">
              <a:lnSpc>
                <a:spcPct val="110000"/>
              </a:lnSpc>
              <a:spcBef>
                <a:spcPts val="0"/>
              </a:spcBef>
              <a:spcAft>
                <a:spcPts val="0"/>
              </a:spcAft>
              <a:buClr>
                <a:srgbClr val="000000"/>
              </a:buClr>
              <a:buSzPts val="1800"/>
              <a:buNone/>
              <a:defRPr/>
            </a:lvl7pPr>
            <a:lvl8pPr lvl="7" algn="l">
              <a:lnSpc>
                <a:spcPct val="110000"/>
              </a:lnSpc>
              <a:spcBef>
                <a:spcPts val="0"/>
              </a:spcBef>
              <a:spcAft>
                <a:spcPts val="0"/>
              </a:spcAft>
              <a:buClr>
                <a:srgbClr val="000000"/>
              </a:buClr>
              <a:buSzPts val="1800"/>
              <a:buNone/>
              <a:defRPr/>
            </a:lvl8pPr>
            <a:lvl9pPr lvl="8" algn="l">
              <a:lnSpc>
                <a:spcPct val="110000"/>
              </a:lnSpc>
              <a:spcBef>
                <a:spcPts val="0"/>
              </a:spcBef>
              <a:spcAft>
                <a:spcPts val="0"/>
              </a:spcAft>
              <a:buClr>
                <a:srgbClr val="000000"/>
              </a:buClr>
              <a:buSzPts val="1800"/>
              <a:buNone/>
              <a:defRPr/>
            </a:lvl9pPr>
          </a:lstStyle>
          <a:p/>
        </p:txBody>
      </p:sp>
      <p:sp>
        <p:nvSpPr>
          <p:cNvPr id="27" name="Google Shape;27;p12"/>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200"/>
              </a:spcBef>
              <a:spcAft>
                <a:spcPts val="0"/>
              </a:spcAft>
              <a:buClr>
                <a:srgbClr val="000000"/>
              </a:buClr>
              <a:buSzPts val="1800"/>
              <a:buChar char="•"/>
              <a:defRPr/>
            </a:lvl1pPr>
            <a:lvl2pPr indent="-342900" lvl="1" marL="914400" algn="l">
              <a:lnSpc>
                <a:spcPct val="110000"/>
              </a:lnSpc>
              <a:spcBef>
                <a:spcPts val="1200"/>
              </a:spcBef>
              <a:spcAft>
                <a:spcPts val="0"/>
              </a:spcAft>
              <a:buClr>
                <a:srgbClr val="000000"/>
              </a:buClr>
              <a:buSzPts val="1800"/>
              <a:buChar char="•"/>
              <a:defRPr/>
            </a:lvl2pPr>
            <a:lvl3pPr indent="-342900" lvl="2" marL="1371600" algn="l">
              <a:lnSpc>
                <a:spcPct val="110000"/>
              </a:lnSpc>
              <a:spcBef>
                <a:spcPts val="1200"/>
              </a:spcBef>
              <a:spcAft>
                <a:spcPts val="0"/>
              </a:spcAft>
              <a:buClr>
                <a:srgbClr val="000000"/>
              </a:buClr>
              <a:buSzPts val="1800"/>
              <a:buChar char="•"/>
              <a:defRPr/>
            </a:lvl3pPr>
            <a:lvl4pPr indent="-342900" lvl="3" marL="1828800" algn="l">
              <a:lnSpc>
                <a:spcPct val="110000"/>
              </a:lnSpc>
              <a:spcBef>
                <a:spcPts val="1200"/>
              </a:spcBef>
              <a:spcAft>
                <a:spcPts val="0"/>
              </a:spcAft>
              <a:buClr>
                <a:srgbClr val="000000"/>
              </a:buClr>
              <a:buSzPts val="1800"/>
              <a:buChar char="•"/>
              <a:defRPr/>
            </a:lvl4pPr>
            <a:lvl5pPr indent="-342900" lvl="4" marL="2286000" algn="l">
              <a:lnSpc>
                <a:spcPct val="110000"/>
              </a:lnSpc>
              <a:spcBef>
                <a:spcPts val="1200"/>
              </a:spcBef>
              <a:spcAft>
                <a:spcPts val="0"/>
              </a:spcAft>
              <a:buClr>
                <a:srgbClr val="000000"/>
              </a:buClr>
              <a:buSzPts val="1800"/>
              <a:buChar char="•"/>
              <a:defRPr/>
            </a:lvl5pPr>
            <a:lvl6pPr indent="-342900" lvl="5" marL="2743200" algn="l">
              <a:lnSpc>
                <a:spcPct val="110000"/>
              </a:lnSpc>
              <a:spcBef>
                <a:spcPts val="1200"/>
              </a:spcBef>
              <a:spcAft>
                <a:spcPts val="0"/>
              </a:spcAft>
              <a:buClr>
                <a:srgbClr val="000000"/>
              </a:buClr>
              <a:buSzPts val="1800"/>
              <a:buChar char="•"/>
              <a:defRPr/>
            </a:lvl6pPr>
            <a:lvl7pPr indent="-342900" lvl="6" marL="3200400" algn="l">
              <a:lnSpc>
                <a:spcPct val="110000"/>
              </a:lnSpc>
              <a:spcBef>
                <a:spcPts val="1200"/>
              </a:spcBef>
              <a:spcAft>
                <a:spcPts val="0"/>
              </a:spcAft>
              <a:buClr>
                <a:srgbClr val="000000"/>
              </a:buClr>
              <a:buSzPts val="1800"/>
              <a:buChar char="•"/>
              <a:defRPr/>
            </a:lvl7pPr>
            <a:lvl8pPr indent="-342900" lvl="7" marL="3657600" algn="l">
              <a:lnSpc>
                <a:spcPct val="110000"/>
              </a:lnSpc>
              <a:spcBef>
                <a:spcPts val="1200"/>
              </a:spcBef>
              <a:spcAft>
                <a:spcPts val="0"/>
              </a:spcAft>
              <a:buClr>
                <a:srgbClr val="000000"/>
              </a:buClr>
              <a:buSzPts val="1800"/>
              <a:buChar char="•"/>
              <a:defRPr/>
            </a:lvl8pPr>
            <a:lvl9pPr indent="-342900" lvl="8" marL="4114800" algn="l">
              <a:lnSpc>
                <a:spcPct val="110000"/>
              </a:lnSpc>
              <a:spcBef>
                <a:spcPts val="1200"/>
              </a:spcBef>
              <a:spcAft>
                <a:spcPts val="0"/>
              </a:spcAft>
              <a:buClr>
                <a:srgbClr val="000000"/>
              </a:buClr>
              <a:buSzPts val="1800"/>
              <a:buChar char="•"/>
              <a:defRPr/>
            </a:lvl9pPr>
          </a:lstStyle>
          <a:p/>
        </p:txBody>
      </p:sp>
      <p:sp>
        <p:nvSpPr>
          <p:cNvPr id="28" name="Google Shape;28;p12"/>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200"/>
              </a:spcBef>
              <a:spcAft>
                <a:spcPts val="0"/>
              </a:spcAft>
              <a:buClr>
                <a:srgbClr val="000000"/>
              </a:buClr>
              <a:buSzPts val="1800"/>
              <a:buChar char="•"/>
              <a:defRPr/>
            </a:lvl1pPr>
            <a:lvl2pPr indent="-342900" lvl="1" marL="914400" algn="l">
              <a:lnSpc>
                <a:spcPct val="110000"/>
              </a:lnSpc>
              <a:spcBef>
                <a:spcPts val="1200"/>
              </a:spcBef>
              <a:spcAft>
                <a:spcPts val="0"/>
              </a:spcAft>
              <a:buClr>
                <a:srgbClr val="000000"/>
              </a:buClr>
              <a:buSzPts val="1800"/>
              <a:buChar char="•"/>
              <a:defRPr/>
            </a:lvl2pPr>
            <a:lvl3pPr indent="-342900" lvl="2" marL="1371600" algn="l">
              <a:lnSpc>
                <a:spcPct val="110000"/>
              </a:lnSpc>
              <a:spcBef>
                <a:spcPts val="1200"/>
              </a:spcBef>
              <a:spcAft>
                <a:spcPts val="0"/>
              </a:spcAft>
              <a:buClr>
                <a:srgbClr val="000000"/>
              </a:buClr>
              <a:buSzPts val="1800"/>
              <a:buChar char="•"/>
              <a:defRPr/>
            </a:lvl3pPr>
            <a:lvl4pPr indent="-342900" lvl="3" marL="1828800" algn="l">
              <a:lnSpc>
                <a:spcPct val="110000"/>
              </a:lnSpc>
              <a:spcBef>
                <a:spcPts val="1200"/>
              </a:spcBef>
              <a:spcAft>
                <a:spcPts val="0"/>
              </a:spcAft>
              <a:buClr>
                <a:srgbClr val="000000"/>
              </a:buClr>
              <a:buSzPts val="1800"/>
              <a:buChar char="•"/>
              <a:defRPr/>
            </a:lvl4pPr>
            <a:lvl5pPr indent="-342900" lvl="4" marL="2286000" algn="l">
              <a:lnSpc>
                <a:spcPct val="110000"/>
              </a:lnSpc>
              <a:spcBef>
                <a:spcPts val="1200"/>
              </a:spcBef>
              <a:spcAft>
                <a:spcPts val="0"/>
              </a:spcAft>
              <a:buClr>
                <a:srgbClr val="000000"/>
              </a:buClr>
              <a:buSzPts val="1800"/>
              <a:buChar char="•"/>
              <a:defRPr/>
            </a:lvl5pPr>
            <a:lvl6pPr indent="-342900" lvl="5" marL="2743200" algn="l">
              <a:lnSpc>
                <a:spcPct val="110000"/>
              </a:lnSpc>
              <a:spcBef>
                <a:spcPts val="1200"/>
              </a:spcBef>
              <a:spcAft>
                <a:spcPts val="0"/>
              </a:spcAft>
              <a:buClr>
                <a:srgbClr val="000000"/>
              </a:buClr>
              <a:buSzPts val="1800"/>
              <a:buChar char="•"/>
              <a:defRPr/>
            </a:lvl6pPr>
            <a:lvl7pPr indent="-342900" lvl="6" marL="3200400" algn="l">
              <a:lnSpc>
                <a:spcPct val="110000"/>
              </a:lnSpc>
              <a:spcBef>
                <a:spcPts val="1200"/>
              </a:spcBef>
              <a:spcAft>
                <a:spcPts val="0"/>
              </a:spcAft>
              <a:buClr>
                <a:srgbClr val="000000"/>
              </a:buClr>
              <a:buSzPts val="1800"/>
              <a:buChar char="•"/>
              <a:defRPr/>
            </a:lvl7pPr>
            <a:lvl8pPr indent="-342900" lvl="7" marL="3657600" algn="l">
              <a:lnSpc>
                <a:spcPct val="110000"/>
              </a:lnSpc>
              <a:spcBef>
                <a:spcPts val="1200"/>
              </a:spcBef>
              <a:spcAft>
                <a:spcPts val="0"/>
              </a:spcAft>
              <a:buClr>
                <a:srgbClr val="000000"/>
              </a:buClr>
              <a:buSzPts val="1800"/>
              <a:buChar char="•"/>
              <a:defRPr/>
            </a:lvl8pPr>
            <a:lvl9pPr indent="-342900" lvl="8" marL="4114800" algn="l">
              <a:lnSpc>
                <a:spcPct val="110000"/>
              </a:lnSpc>
              <a:spcBef>
                <a:spcPts val="1200"/>
              </a:spcBef>
              <a:spcAft>
                <a:spcPts val="0"/>
              </a:spcAft>
              <a:buClr>
                <a:srgbClr val="000000"/>
              </a:buClr>
              <a:buSzPts val="1800"/>
              <a:buChar char="•"/>
              <a:defRPr/>
            </a:lvl9pPr>
          </a:lstStyle>
          <a:p/>
        </p:txBody>
      </p:sp>
      <p:sp>
        <p:nvSpPr>
          <p:cNvPr id="29" name="Google Shape;29;p12"/>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1pPr>
            <a:lvl2pPr indent="0" lvl="1"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2pPr>
            <a:lvl3pPr indent="0" lvl="2"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3pPr>
            <a:lvl4pPr indent="0" lvl="3"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4pPr>
            <a:lvl5pPr indent="0" lvl="4"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5pPr>
            <a:lvl6pPr indent="0" lvl="5"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6pPr>
            <a:lvl7pPr indent="0" lvl="6"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7pPr>
            <a:lvl8pPr indent="0" lvl="7"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8pPr>
            <a:lvl9pPr indent="0" lvl="8"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30" name="Shape 30"/>
        <p:cNvGrpSpPr/>
        <p:nvPr/>
      </p:nvGrpSpPr>
      <p:grpSpPr>
        <a:xfrm>
          <a:off x="0" y="0"/>
          <a:ext cx="0" cy="0"/>
          <a:chOff x="0" y="0"/>
          <a:chExt cx="0" cy="0"/>
        </a:xfrm>
      </p:grpSpPr>
      <p:sp>
        <p:nvSpPr>
          <p:cNvPr id="31" name="Google Shape;31;p13"/>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algn="l">
              <a:lnSpc>
                <a:spcPct val="110000"/>
              </a:lnSpc>
              <a:spcBef>
                <a:spcPts val="0"/>
              </a:spcBef>
              <a:spcAft>
                <a:spcPts val="0"/>
              </a:spcAft>
              <a:buClr>
                <a:srgbClr val="000000"/>
              </a:buClr>
              <a:buSzPts val="1800"/>
              <a:buNone/>
              <a:defRPr/>
            </a:lvl1pPr>
            <a:lvl2pPr lvl="1" algn="l">
              <a:lnSpc>
                <a:spcPct val="110000"/>
              </a:lnSpc>
              <a:spcBef>
                <a:spcPts val="0"/>
              </a:spcBef>
              <a:spcAft>
                <a:spcPts val="0"/>
              </a:spcAft>
              <a:buClr>
                <a:srgbClr val="000000"/>
              </a:buClr>
              <a:buSzPts val="1800"/>
              <a:buNone/>
              <a:defRPr/>
            </a:lvl2pPr>
            <a:lvl3pPr lvl="2" algn="l">
              <a:lnSpc>
                <a:spcPct val="110000"/>
              </a:lnSpc>
              <a:spcBef>
                <a:spcPts val="0"/>
              </a:spcBef>
              <a:spcAft>
                <a:spcPts val="0"/>
              </a:spcAft>
              <a:buClr>
                <a:srgbClr val="000000"/>
              </a:buClr>
              <a:buSzPts val="1800"/>
              <a:buNone/>
              <a:defRPr/>
            </a:lvl3pPr>
            <a:lvl4pPr lvl="3" algn="l">
              <a:lnSpc>
                <a:spcPct val="110000"/>
              </a:lnSpc>
              <a:spcBef>
                <a:spcPts val="0"/>
              </a:spcBef>
              <a:spcAft>
                <a:spcPts val="0"/>
              </a:spcAft>
              <a:buClr>
                <a:srgbClr val="000000"/>
              </a:buClr>
              <a:buSzPts val="1800"/>
              <a:buNone/>
              <a:defRPr/>
            </a:lvl4pPr>
            <a:lvl5pPr lvl="4" algn="l">
              <a:lnSpc>
                <a:spcPct val="110000"/>
              </a:lnSpc>
              <a:spcBef>
                <a:spcPts val="0"/>
              </a:spcBef>
              <a:spcAft>
                <a:spcPts val="0"/>
              </a:spcAft>
              <a:buClr>
                <a:srgbClr val="000000"/>
              </a:buClr>
              <a:buSzPts val="1800"/>
              <a:buNone/>
              <a:defRPr/>
            </a:lvl5pPr>
            <a:lvl6pPr lvl="5" algn="l">
              <a:lnSpc>
                <a:spcPct val="110000"/>
              </a:lnSpc>
              <a:spcBef>
                <a:spcPts val="0"/>
              </a:spcBef>
              <a:spcAft>
                <a:spcPts val="0"/>
              </a:spcAft>
              <a:buClr>
                <a:srgbClr val="000000"/>
              </a:buClr>
              <a:buSzPts val="1800"/>
              <a:buNone/>
              <a:defRPr/>
            </a:lvl6pPr>
            <a:lvl7pPr lvl="6" algn="l">
              <a:lnSpc>
                <a:spcPct val="110000"/>
              </a:lnSpc>
              <a:spcBef>
                <a:spcPts val="0"/>
              </a:spcBef>
              <a:spcAft>
                <a:spcPts val="0"/>
              </a:spcAft>
              <a:buClr>
                <a:srgbClr val="000000"/>
              </a:buClr>
              <a:buSzPts val="1800"/>
              <a:buNone/>
              <a:defRPr/>
            </a:lvl7pPr>
            <a:lvl8pPr lvl="7" algn="l">
              <a:lnSpc>
                <a:spcPct val="110000"/>
              </a:lnSpc>
              <a:spcBef>
                <a:spcPts val="0"/>
              </a:spcBef>
              <a:spcAft>
                <a:spcPts val="0"/>
              </a:spcAft>
              <a:buClr>
                <a:srgbClr val="000000"/>
              </a:buClr>
              <a:buSzPts val="1800"/>
              <a:buNone/>
              <a:defRPr/>
            </a:lvl8pPr>
            <a:lvl9pPr lvl="8" algn="l">
              <a:lnSpc>
                <a:spcPct val="110000"/>
              </a:lnSpc>
              <a:spcBef>
                <a:spcPts val="0"/>
              </a:spcBef>
              <a:spcAft>
                <a:spcPts val="0"/>
              </a:spcAft>
              <a:buClr>
                <a:srgbClr val="000000"/>
              </a:buClr>
              <a:buSzPts val="1800"/>
              <a:buNone/>
              <a:defRPr/>
            </a:lvl9pPr>
          </a:lstStyle>
          <a:p/>
        </p:txBody>
      </p:sp>
      <p:sp>
        <p:nvSpPr>
          <p:cNvPr id="32" name="Google Shape;32;p13"/>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200"/>
              </a:spcBef>
              <a:spcAft>
                <a:spcPts val="0"/>
              </a:spcAft>
              <a:buClr>
                <a:srgbClr val="000000"/>
              </a:buClr>
              <a:buSzPts val="1800"/>
              <a:buChar char="•"/>
              <a:defRPr/>
            </a:lvl1pPr>
            <a:lvl2pPr indent="-342900" lvl="1" marL="914400" algn="l">
              <a:lnSpc>
                <a:spcPct val="110000"/>
              </a:lnSpc>
              <a:spcBef>
                <a:spcPts val="1200"/>
              </a:spcBef>
              <a:spcAft>
                <a:spcPts val="0"/>
              </a:spcAft>
              <a:buClr>
                <a:srgbClr val="000000"/>
              </a:buClr>
              <a:buSzPts val="1800"/>
              <a:buChar char="•"/>
              <a:defRPr/>
            </a:lvl2pPr>
            <a:lvl3pPr indent="-342900" lvl="2" marL="1371600" algn="l">
              <a:lnSpc>
                <a:spcPct val="110000"/>
              </a:lnSpc>
              <a:spcBef>
                <a:spcPts val="1200"/>
              </a:spcBef>
              <a:spcAft>
                <a:spcPts val="0"/>
              </a:spcAft>
              <a:buClr>
                <a:srgbClr val="000000"/>
              </a:buClr>
              <a:buSzPts val="1800"/>
              <a:buChar char="•"/>
              <a:defRPr/>
            </a:lvl3pPr>
            <a:lvl4pPr indent="-342900" lvl="3" marL="1828800" algn="l">
              <a:lnSpc>
                <a:spcPct val="110000"/>
              </a:lnSpc>
              <a:spcBef>
                <a:spcPts val="1200"/>
              </a:spcBef>
              <a:spcAft>
                <a:spcPts val="0"/>
              </a:spcAft>
              <a:buClr>
                <a:srgbClr val="000000"/>
              </a:buClr>
              <a:buSzPts val="1800"/>
              <a:buChar char="•"/>
              <a:defRPr/>
            </a:lvl4pPr>
            <a:lvl5pPr indent="-342900" lvl="4" marL="2286000" algn="l">
              <a:lnSpc>
                <a:spcPct val="110000"/>
              </a:lnSpc>
              <a:spcBef>
                <a:spcPts val="1200"/>
              </a:spcBef>
              <a:spcAft>
                <a:spcPts val="0"/>
              </a:spcAft>
              <a:buClr>
                <a:srgbClr val="000000"/>
              </a:buClr>
              <a:buSzPts val="1800"/>
              <a:buChar char="•"/>
              <a:defRPr/>
            </a:lvl5pPr>
            <a:lvl6pPr indent="-342900" lvl="5" marL="2743200" algn="l">
              <a:lnSpc>
                <a:spcPct val="110000"/>
              </a:lnSpc>
              <a:spcBef>
                <a:spcPts val="1200"/>
              </a:spcBef>
              <a:spcAft>
                <a:spcPts val="0"/>
              </a:spcAft>
              <a:buClr>
                <a:srgbClr val="000000"/>
              </a:buClr>
              <a:buSzPts val="1800"/>
              <a:buChar char="•"/>
              <a:defRPr/>
            </a:lvl6pPr>
            <a:lvl7pPr indent="-342900" lvl="6" marL="3200400" algn="l">
              <a:lnSpc>
                <a:spcPct val="110000"/>
              </a:lnSpc>
              <a:spcBef>
                <a:spcPts val="1200"/>
              </a:spcBef>
              <a:spcAft>
                <a:spcPts val="0"/>
              </a:spcAft>
              <a:buClr>
                <a:srgbClr val="000000"/>
              </a:buClr>
              <a:buSzPts val="1800"/>
              <a:buChar char="•"/>
              <a:defRPr/>
            </a:lvl7pPr>
            <a:lvl8pPr indent="-342900" lvl="7" marL="3657600" algn="l">
              <a:lnSpc>
                <a:spcPct val="110000"/>
              </a:lnSpc>
              <a:spcBef>
                <a:spcPts val="1200"/>
              </a:spcBef>
              <a:spcAft>
                <a:spcPts val="0"/>
              </a:spcAft>
              <a:buClr>
                <a:srgbClr val="000000"/>
              </a:buClr>
              <a:buSzPts val="1800"/>
              <a:buChar char="•"/>
              <a:defRPr/>
            </a:lvl8pPr>
            <a:lvl9pPr indent="-342900" lvl="8" marL="4114800" algn="l">
              <a:lnSpc>
                <a:spcPct val="110000"/>
              </a:lnSpc>
              <a:spcBef>
                <a:spcPts val="1200"/>
              </a:spcBef>
              <a:spcAft>
                <a:spcPts val="0"/>
              </a:spcAft>
              <a:buClr>
                <a:srgbClr val="000000"/>
              </a:buClr>
              <a:buSzPts val="1800"/>
              <a:buChar char="•"/>
              <a:defRPr/>
            </a:lvl9pPr>
          </a:lstStyle>
          <a:p/>
        </p:txBody>
      </p:sp>
      <p:sp>
        <p:nvSpPr>
          <p:cNvPr id="33" name="Google Shape;33;p13"/>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1pPr>
            <a:lvl2pPr indent="0" lvl="1"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2pPr>
            <a:lvl3pPr indent="0" lvl="2"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3pPr>
            <a:lvl4pPr indent="0" lvl="3"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4pPr>
            <a:lvl5pPr indent="0" lvl="4"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5pPr>
            <a:lvl6pPr indent="0" lvl="5"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6pPr>
            <a:lvl7pPr indent="0" lvl="6"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7pPr>
            <a:lvl8pPr indent="0" lvl="7"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8pPr>
            <a:lvl9pPr indent="0" lvl="8" marL="0" algn="r">
              <a:lnSpc>
                <a:spcPct val="100000"/>
              </a:lnSpc>
              <a:spcBef>
                <a:spcPts val="0"/>
              </a:spcBef>
              <a:spcAft>
                <a:spcPts val="0"/>
              </a:spcAft>
              <a:buClr>
                <a:srgbClr val="000000"/>
              </a:buClr>
              <a:buSzPts val="1200"/>
              <a:buFont typeface="Helvetica Neue"/>
              <a:buNone/>
              <a:defRPr sz="12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7"/>
          <p:cNvSpPr/>
          <p:nvPr/>
        </p:nvSpPr>
        <p:spPr>
          <a:xfrm>
            <a:off x="685800" y="1524000"/>
            <a:ext cx="609600" cy="38100"/>
          </a:xfrm>
          <a:prstGeom prst="rect">
            <a:avLst/>
          </a:pr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2pPr>
            <a:lvl3pPr lvl="2"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3pPr>
            <a:lvl4pPr lvl="3"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4pPr>
            <a:lvl5pPr lvl="4"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5pPr>
            <a:lvl6pPr lvl="5"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6pPr>
            <a:lvl7pPr lvl="6"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7pPr>
            <a:lvl8pPr lvl="7"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8pPr>
            <a:lvl9pPr lvl="8" marR="0" rtl="0" algn="l">
              <a:lnSpc>
                <a:spcPct val="11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9pPr>
          </a:lstStyle>
          <a:p/>
        </p:txBody>
      </p:sp>
      <p:sp>
        <p:nvSpPr>
          <p:cNvPr id="8" name="Google Shape;8;p7"/>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1pPr>
            <a:lvl2pPr indent="-406400" lvl="1" marL="9144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2pPr>
            <a:lvl3pPr indent="-406400" lvl="2" marL="13716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3pPr>
            <a:lvl4pPr indent="-406400" lvl="3" marL="18288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4pPr>
            <a:lvl5pPr indent="-406400" lvl="4" marL="22860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5pPr>
            <a:lvl6pPr indent="-406400" lvl="5" marL="27432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6pPr>
            <a:lvl7pPr indent="-406400" lvl="6" marL="32004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7pPr>
            <a:lvl8pPr indent="-406400" lvl="7" marL="36576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8pPr>
            <a:lvl9pPr indent="-406400" lvl="8" marL="4114800" marR="0" rtl="0" algn="l">
              <a:lnSpc>
                <a:spcPct val="110000"/>
              </a:lnSpc>
              <a:spcBef>
                <a:spcPts val="1200"/>
              </a:spcBef>
              <a:spcAft>
                <a:spcPts val="0"/>
              </a:spcAft>
              <a:buClr>
                <a:srgbClr val="000000"/>
              </a:buClr>
              <a:buSzPts val="2800"/>
              <a:buFont typeface="Arial"/>
              <a:buChar char="•"/>
              <a:defRPr b="0" i="0" sz="2800" u="none" cap="none" strike="noStrike">
                <a:solidFill>
                  <a:srgbClr val="000000"/>
                </a:solidFill>
                <a:latin typeface="Arial"/>
                <a:ea typeface="Arial"/>
                <a:cs typeface="Arial"/>
                <a:sym typeface="Arial"/>
              </a:defRPr>
            </a:lvl9pPr>
          </a:lstStyle>
          <a:p/>
        </p:txBody>
      </p:sp>
      <p:sp>
        <p:nvSpPr>
          <p:cNvPr id="9" name="Google Shape;9;p7"/>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000000"/>
              </a:buClr>
              <a:buSzPts val="1200"/>
              <a:buFont typeface="Helvetica Neue"/>
              <a:buNone/>
              <a:defRPr b="0" i="0" sz="1200" u="none" cap="none" strike="noStrike">
                <a:solidFill>
                  <a:srgbClr val="000000"/>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C66"/>
        </a:solidFill>
      </p:bgPr>
    </p:bg>
    <p:spTree>
      <p:nvGrpSpPr>
        <p:cNvPr id="37" name="Shape 37"/>
        <p:cNvGrpSpPr/>
        <p:nvPr/>
      </p:nvGrpSpPr>
      <p:grpSpPr>
        <a:xfrm>
          <a:off x="0" y="0"/>
          <a:ext cx="0" cy="0"/>
          <a:chOff x="0" y="0"/>
          <a:chExt cx="0" cy="0"/>
        </a:xfrm>
      </p:grpSpPr>
      <p:sp>
        <p:nvSpPr>
          <p:cNvPr id="38" name="Google Shape;38;p1"/>
          <p:cNvSpPr/>
          <p:nvPr/>
        </p:nvSpPr>
        <p:spPr>
          <a:xfrm>
            <a:off x="0" y="0"/>
            <a:ext cx="12192000" cy="133350"/>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p1"/>
          <p:cNvSpPr/>
          <p:nvPr/>
        </p:nvSpPr>
        <p:spPr>
          <a:xfrm>
            <a:off x="609600" y="666750"/>
            <a:ext cx="76200" cy="5334000"/>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 name="Google Shape;40;p1"/>
          <p:cNvSpPr txBox="1"/>
          <p:nvPr/>
        </p:nvSpPr>
        <p:spPr>
          <a:xfrm>
            <a:off x="1045844" y="1066800"/>
            <a:ext cx="6195062" cy="619125"/>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47C8F5"/>
              </a:buClr>
              <a:buSzPts val="2700"/>
              <a:buFont typeface="Arial"/>
              <a:buNone/>
            </a:pPr>
            <a:r>
              <a:rPr b="1" i="0" lang="en-US" sz="2700" u="none" cap="none" strike="noStrike">
                <a:solidFill>
                  <a:srgbClr val="47C8F5"/>
                </a:solidFill>
                <a:latin typeface="Arial"/>
                <a:ea typeface="Arial"/>
                <a:cs typeface="Arial"/>
                <a:sym typeface="Arial"/>
              </a:rPr>
              <a:t>BAYVIEW</a:t>
            </a:r>
            <a:endParaRPr/>
          </a:p>
        </p:txBody>
      </p:sp>
      <p:sp>
        <p:nvSpPr>
          <p:cNvPr id="41" name="Google Shape;41;p1"/>
          <p:cNvSpPr txBox="1"/>
          <p:nvPr/>
        </p:nvSpPr>
        <p:spPr>
          <a:xfrm>
            <a:off x="998219" y="1647825"/>
            <a:ext cx="6957062" cy="10668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FFFFFF"/>
              </a:buClr>
              <a:buSzPts val="5700"/>
              <a:buFont typeface="Arial"/>
              <a:buNone/>
            </a:pPr>
            <a:r>
              <a:rPr b="1" i="0" lang="en-US" sz="5700" u="none" cap="none" strike="noStrike">
                <a:solidFill>
                  <a:srgbClr val="FFFFFF"/>
                </a:solidFill>
                <a:latin typeface="Arial"/>
                <a:ea typeface="Arial"/>
                <a:cs typeface="Arial"/>
                <a:sym typeface="Arial"/>
              </a:rPr>
              <a:t>AI CLUB</a:t>
            </a:r>
            <a:endParaRPr/>
          </a:p>
        </p:txBody>
      </p:sp>
      <p:sp>
        <p:nvSpPr>
          <p:cNvPr id="42" name="Google Shape;42;p1"/>
          <p:cNvSpPr txBox="1"/>
          <p:nvPr/>
        </p:nvSpPr>
        <p:spPr>
          <a:xfrm>
            <a:off x="1055369" y="2933700"/>
            <a:ext cx="6385562" cy="5334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FFFFFF"/>
              </a:buClr>
              <a:buSzPts val="2500"/>
              <a:buFont typeface="Arial"/>
              <a:buNone/>
            </a:pPr>
            <a:r>
              <a:rPr b="1" lang="en-US" sz="2500">
                <a:solidFill>
                  <a:srgbClr val="FFFFFF"/>
                </a:solidFill>
              </a:rPr>
              <a:t>Understand it. Build it. Challenge it.</a:t>
            </a:r>
            <a:endParaRPr/>
          </a:p>
        </p:txBody>
      </p:sp>
      <p:sp>
        <p:nvSpPr>
          <p:cNvPr id="43" name="Google Shape;43;p1"/>
          <p:cNvSpPr/>
          <p:nvPr/>
        </p:nvSpPr>
        <p:spPr>
          <a:xfrm>
            <a:off x="1009650" y="3695700"/>
            <a:ext cx="5334000" cy="28575"/>
          </a:xfrm>
          <a:prstGeom prst="rect">
            <a:avLst/>
          </a:prstGeom>
          <a:solidFill>
            <a:srgbClr val="4E86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 name="Google Shape;44;p1"/>
          <p:cNvSpPr txBox="1"/>
          <p:nvPr/>
        </p:nvSpPr>
        <p:spPr>
          <a:xfrm>
            <a:off x="1055375" y="3905250"/>
            <a:ext cx="6099900" cy="2576700"/>
          </a:xfrm>
          <a:prstGeom prst="rect">
            <a:avLst/>
          </a:prstGeom>
          <a:noFill/>
          <a:ln>
            <a:noFill/>
          </a:ln>
        </p:spPr>
        <p:txBody>
          <a:bodyPr anchorCtr="0" anchor="ctr" bIns="45700" lIns="45700" spcFirstLastPara="1" rIns="45700" wrap="square" tIns="45700">
            <a:normAutofit/>
          </a:bodyPr>
          <a:lstStyle/>
          <a:p>
            <a:pPr indent="-406400" lvl="0" marL="457200" marR="0" rtl="0" algn="l">
              <a:lnSpc>
                <a:spcPct val="100000"/>
              </a:lnSpc>
              <a:spcBef>
                <a:spcPts val="0"/>
              </a:spcBef>
              <a:spcAft>
                <a:spcPts val="0"/>
              </a:spcAft>
              <a:buClr>
                <a:srgbClr val="D9EBFF"/>
              </a:buClr>
              <a:buSzPts val="2800"/>
              <a:buChar char="-"/>
            </a:pPr>
            <a:r>
              <a:rPr lang="en-US" sz="2800">
                <a:solidFill>
                  <a:srgbClr val="D9EBFF"/>
                </a:solidFill>
              </a:rPr>
              <a:t>Learn AI</a:t>
            </a:r>
            <a:endParaRPr sz="2800">
              <a:solidFill>
                <a:srgbClr val="D9EBFF"/>
              </a:solidFill>
            </a:endParaRPr>
          </a:p>
          <a:p>
            <a:pPr indent="-406400" lvl="0" marL="457200" marR="0" rtl="0" algn="l">
              <a:lnSpc>
                <a:spcPct val="100000"/>
              </a:lnSpc>
              <a:spcBef>
                <a:spcPts val="0"/>
              </a:spcBef>
              <a:spcAft>
                <a:spcPts val="0"/>
              </a:spcAft>
              <a:buClr>
                <a:srgbClr val="D9EBFF"/>
              </a:buClr>
              <a:buSzPts val="2800"/>
              <a:buChar char="-"/>
            </a:pPr>
            <a:r>
              <a:rPr lang="en-US" sz="2800">
                <a:solidFill>
                  <a:srgbClr val="D9EBFF"/>
                </a:solidFill>
              </a:rPr>
              <a:t>Build with AI</a:t>
            </a:r>
            <a:endParaRPr sz="2800">
              <a:solidFill>
                <a:srgbClr val="D9EBFF"/>
              </a:solidFill>
            </a:endParaRPr>
          </a:p>
          <a:p>
            <a:pPr indent="-406400" lvl="0" marL="457200" marR="0" rtl="0" algn="l">
              <a:lnSpc>
                <a:spcPct val="100000"/>
              </a:lnSpc>
              <a:spcBef>
                <a:spcPts val="0"/>
              </a:spcBef>
              <a:spcAft>
                <a:spcPts val="0"/>
              </a:spcAft>
              <a:buClr>
                <a:srgbClr val="D9EBFF"/>
              </a:buClr>
              <a:buSzPts val="2800"/>
              <a:buChar char="-"/>
            </a:pPr>
            <a:r>
              <a:rPr lang="en-US" sz="2800">
                <a:solidFill>
                  <a:srgbClr val="D9EBFF"/>
                </a:solidFill>
              </a:rPr>
              <a:t>Question AI</a:t>
            </a:r>
            <a:endParaRPr sz="2800">
              <a:solidFill>
                <a:srgbClr val="D9EBFF"/>
              </a:solidFill>
            </a:endParaRPr>
          </a:p>
          <a:p>
            <a:pPr indent="0" lvl="0" marL="0" marR="0" rtl="0" algn="ctr">
              <a:lnSpc>
                <a:spcPct val="100000"/>
              </a:lnSpc>
              <a:spcBef>
                <a:spcPts val="0"/>
              </a:spcBef>
              <a:spcAft>
                <a:spcPts val="0"/>
              </a:spcAft>
              <a:buNone/>
            </a:pPr>
            <a:r>
              <a:rPr b="1" lang="en-US" sz="2800">
                <a:solidFill>
                  <a:srgbClr val="D9EBFF"/>
                </a:solidFill>
              </a:rPr>
              <a:t>Artificial intelligence</a:t>
            </a:r>
            <a:endParaRPr b="1" sz="2800">
              <a:solidFill>
                <a:srgbClr val="D9EBFF"/>
              </a:solidFill>
            </a:endParaRPr>
          </a:p>
        </p:txBody>
      </p:sp>
      <p:pic>
        <p:nvPicPr>
          <p:cNvPr descr="image.png" id="45" name="Google Shape;45;p1"/>
          <p:cNvPicPr preferRelativeResize="0"/>
          <p:nvPr/>
        </p:nvPicPr>
        <p:blipFill rotWithShape="1">
          <a:blip r:embed="rId3">
            <a:alphaModFix/>
          </a:blip>
          <a:srcRect b="0" l="0" r="0" t="0"/>
          <a:stretch/>
        </p:blipFill>
        <p:spPr>
          <a:xfrm>
            <a:off x="6835827" y="666738"/>
            <a:ext cx="4259624" cy="3892748"/>
          </a:xfrm>
          <a:prstGeom prst="rect">
            <a:avLst/>
          </a:prstGeom>
          <a:noFill/>
          <a:ln>
            <a:noFill/>
          </a:ln>
        </p:spPr>
      </p:pic>
      <p:sp>
        <p:nvSpPr>
          <p:cNvPr id="46" name="Google Shape;46;p1"/>
          <p:cNvSpPr/>
          <p:nvPr/>
        </p:nvSpPr>
        <p:spPr>
          <a:xfrm>
            <a:off x="7499575" y="4983100"/>
            <a:ext cx="3382200" cy="1066800"/>
          </a:xfrm>
          <a:prstGeom prst="wedgeRoundRectCallout">
            <a:avLst>
              <a:gd fmla="val -19060" name="adj1"/>
              <a:gd fmla="val -107804"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Hello! Welcome to AI club, I’m Byte!</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3"/>
          <p:cNvSpPr/>
          <p:nvPr/>
        </p:nvSpPr>
        <p:spPr>
          <a:xfrm>
            <a:off x="0" y="0"/>
            <a:ext cx="12192000" cy="171450"/>
          </a:xfrm>
          <a:prstGeom prst="rect">
            <a:avLst/>
          </a:prstGeom>
          <a:solidFill>
            <a:srgbClr val="092C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3"/>
          <p:cNvSpPr/>
          <p:nvPr/>
        </p:nvSpPr>
        <p:spPr>
          <a:xfrm>
            <a:off x="0" y="171450"/>
            <a:ext cx="12192000" cy="66675"/>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 name="Google Shape;53;p3"/>
          <p:cNvSpPr txBox="1"/>
          <p:nvPr/>
        </p:nvSpPr>
        <p:spPr>
          <a:xfrm>
            <a:off x="1053378" y="457199"/>
            <a:ext cx="8957311" cy="609601"/>
          </a:xfrm>
          <a:prstGeom prst="rect">
            <a:avLst/>
          </a:prstGeom>
          <a:noFill/>
          <a:ln>
            <a:noFill/>
          </a:ln>
        </p:spPr>
        <p:txBody>
          <a:bodyPr anchorCtr="0" anchor="ctr" bIns="45700" lIns="45700" spcFirstLastPara="1" rIns="45700" wrap="square" tIns="45700">
            <a:normAutofit lnSpcReduction="10000"/>
          </a:bodyPr>
          <a:lstStyle/>
          <a:p>
            <a:pPr indent="0" lvl="0" marL="0" marR="0" rtl="0" algn="l">
              <a:lnSpc>
                <a:spcPct val="100000"/>
              </a:lnSpc>
              <a:spcBef>
                <a:spcPts val="0"/>
              </a:spcBef>
              <a:spcAft>
                <a:spcPts val="0"/>
              </a:spcAft>
              <a:buClr>
                <a:srgbClr val="092C66"/>
              </a:buClr>
              <a:buSzPts val="2600"/>
              <a:buFont typeface="Arial"/>
              <a:buNone/>
            </a:pPr>
            <a:r>
              <a:rPr b="1" i="1" lang="en-US" sz="3600" u="sng">
                <a:solidFill>
                  <a:srgbClr val="092C66"/>
                </a:solidFill>
              </a:rPr>
              <a:t>Your </a:t>
            </a:r>
            <a:r>
              <a:rPr b="1" lang="en-US" sz="2600">
                <a:solidFill>
                  <a:srgbClr val="092C66"/>
                </a:solidFill>
              </a:rPr>
              <a:t>Year in AI </a:t>
            </a:r>
            <a:endParaRPr/>
          </a:p>
        </p:txBody>
      </p:sp>
      <p:sp>
        <p:nvSpPr>
          <p:cNvPr id="54" name="Google Shape;54;p3"/>
          <p:cNvSpPr txBox="1"/>
          <p:nvPr/>
        </p:nvSpPr>
        <p:spPr>
          <a:xfrm>
            <a:off x="11094719" y="6477000"/>
            <a:ext cx="365762" cy="238125"/>
          </a:xfrm>
          <a:prstGeom prst="rect">
            <a:avLst/>
          </a:prstGeom>
          <a:noFill/>
          <a:ln>
            <a:noFill/>
          </a:ln>
        </p:spPr>
        <p:txBody>
          <a:bodyPr anchorCtr="0" anchor="ctr" bIns="45700" lIns="45700" spcFirstLastPara="1" rIns="45700" wrap="square" tIns="45700">
            <a:normAutofit/>
          </a:bodyPr>
          <a:lstStyle/>
          <a:p>
            <a:pPr indent="0" lvl="0" marL="0" marR="0" rtl="0" algn="r">
              <a:lnSpc>
                <a:spcPct val="100000"/>
              </a:lnSpc>
              <a:spcBef>
                <a:spcPts val="0"/>
              </a:spcBef>
              <a:spcAft>
                <a:spcPts val="0"/>
              </a:spcAft>
              <a:buClr>
                <a:srgbClr val="1464D2"/>
              </a:buClr>
              <a:buSzPts val="900"/>
              <a:buFont typeface="Arial"/>
              <a:buNone/>
            </a:pPr>
            <a:r>
              <a:rPr b="1" i="0" lang="en-US" sz="900" u="none" cap="none" strike="noStrike">
                <a:solidFill>
                  <a:srgbClr val="1464D2"/>
                </a:solidFill>
                <a:latin typeface="Arial"/>
                <a:ea typeface="Arial"/>
                <a:cs typeface="Arial"/>
                <a:sym typeface="Arial"/>
              </a:rPr>
              <a:t>03</a:t>
            </a:r>
            <a:endParaRPr/>
          </a:p>
        </p:txBody>
      </p:sp>
      <p:sp>
        <p:nvSpPr>
          <p:cNvPr id="55" name="Google Shape;55;p3"/>
          <p:cNvSpPr txBox="1"/>
          <p:nvPr/>
        </p:nvSpPr>
        <p:spPr>
          <a:xfrm>
            <a:off x="731519" y="1333500"/>
            <a:ext cx="5623562" cy="3429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52708F"/>
              </a:buClr>
              <a:buSzPts val="1600"/>
              <a:buFont typeface="Arial"/>
              <a:buNone/>
            </a:pPr>
            <a:r>
              <a:rPr b="0" i="0" lang="en-US" sz="1600" u="none" cap="none" strike="noStrike">
                <a:solidFill>
                  <a:srgbClr val="52708F"/>
                </a:solidFill>
                <a:latin typeface="Arial"/>
                <a:ea typeface="Arial"/>
                <a:cs typeface="Arial"/>
                <a:sym typeface="Arial"/>
              </a:rPr>
              <a:t>This year</a:t>
            </a:r>
            <a:r>
              <a:rPr lang="en-US" sz="1600">
                <a:solidFill>
                  <a:srgbClr val="52708F"/>
                </a:solidFill>
              </a:rPr>
              <a:t> we will….</a:t>
            </a:r>
            <a:endParaRPr/>
          </a:p>
        </p:txBody>
      </p:sp>
      <p:sp>
        <p:nvSpPr>
          <p:cNvPr id="56" name="Google Shape;56;p3"/>
          <p:cNvSpPr/>
          <p:nvPr/>
        </p:nvSpPr>
        <p:spPr>
          <a:xfrm>
            <a:off x="1828800" y="1800225"/>
            <a:ext cx="685800" cy="609600"/>
          </a:xfrm>
          <a:prstGeom prst="roundRect">
            <a:avLst>
              <a:gd fmla="val 23438" name="adj"/>
            </a:avLst>
          </a:prstGeom>
          <a:solidFill>
            <a:srgbClr val="1464D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 name="Google Shape;57;p3"/>
          <p:cNvSpPr txBox="1"/>
          <p:nvPr/>
        </p:nvSpPr>
        <p:spPr>
          <a:xfrm>
            <a:off x="1874519" y="1857375"/>
            <a:ext cx="594300" cy="4572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01</a:t>
            </a:r>
            <a:endParaRPr/>
          </a:p>
        </p:txBody>
      </p:sp>
      <p:sp>
        <p:nvSpPr>
          <p:cNvPr id="58" name="Google Shape;58;p3"/>
          <p:cNvSpPr txBox="1"/>
          <p:nvPr/>
        </p:nvSpPr>
        <p:spPr>
          <a:xfrm>
            <a:off x="2846069" y="1847850"/>
            <a:ext cx="9100200" cy="5145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102849"/>
              </a:buClr>
              <a:buSzPts val="1900"/>
              <a:buFont typeface="Arial"/>
              <a:buNone/>
            </a:pPr>
            <a:r>
              <a:rPr lang="en-US"/>
              <a:t>Learn how AI actually works </a:t>
            </a:r>
            <a:endParaRPr/>
          </a:p>
        </p:txBody>
      </p:sp>
      <p:sp>
        <p:nvSpPr>
          <p:cNvPr id="59" name="Google Shape;59;p3"/>
          <p:cNvSpPr/>
          <p:nvPr/>
        </p:nvSpPr>
        <p:spPr>
          <a:xfrm>
            <a:off x="2800350" y="2436812"/>
            <a:ext cx="9191700" cy="126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 name="Google Shape;60;p3"/>
          <p:cNvSpPr/>
          <p:nvPr/>
        </p:nvSpPr>
        <p:spPr>
          <a:xfrm>
            <a:off x="1828800" y="2781300"/>
            <a:ext cx="685800" cy="609600"/>
          </a:xfrm>
          <a:prstGeom prst="roundRect">
            <a:avLst>
              <a:gd fmla="val 23438" name="adj"/>
            </a:avLst>
          </a:prstGeom>
          <a:solidFill>
            <a:srgbClr val="1464D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 name="Google Shape;61;p3"/>
          <p:cNvSpPr txBox="1"/>
          <p:nvPr/>
        </p:nvSpPr>
        <p:spPr>
          <a:xfrm>
            <a:off x="1874519" y="2838450"/>
            <a:ext cx="594300" cy="4572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02</a:t>
            </a:r>
            <a:endParaRPr/>
          </a:p>
        </p:txBody>
      </p:sp>
      <p:sp>
        <p:nvSpPr>
          <p:cNvPr id="62" name="Google Shape;62;p3"/>
          <p:cNvSpPr txBox="1"/>
          <p:nvPr/>
        </p:nvSpPr>
        <p:spPr>
          <a:xfrm>
            <a:off x="2846069" y="2828925"/>
            <a:ext cx="9100200" cy="5145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102849"/>
              </a:buClr>
              <a:buSzPts val="1900"/>
              <a:buFont typeface="Arial"/>
              <a:buNone/>
            </a:pPr>
            <a:r>
              <a:rPr lang="en-US"/>
              <a:t>Build with AI </a:t>
            </a:r>
            <a:endParaRPr/>
          </a:p>
        </p:txBody>
      </p:sp>
      <p:sp>
        <p:nvSpPr>
          <p:cNvPr id="63" name="Google Shape;63;p3"/>
          <p:cNvSpPr/>
          <p:nvPr/>
        </p:nvSpPr>
        <p:spPr>
          <a:xfrm>
            <a:off x="2800350" y="3417887"/>
            <a:ext cx="9191700" cy="126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 name="Google Shape;64;p3"/>
          <p:cNvSpPr/>
          <p:nvPr/>
        </p:nvSpPr>
        <p:spPr>
          <a:xfrm>
            <a:off x="1828800" y="3762375"/>
            <a:ext cx="685800" cy="609600"/>
          </a:xfrm>
          <a:prstGeom prst="roundRect">
            <a:avLst>
              <a:gd fmla="val 23438" name="adj"/>
            </a:avLst>
          </a:prstGeom>
          <a:solidFill>
            <a:srgbClr val="1464D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3"/>
          <p:cNvSpPr txBox="1"/>
          <p:nvPr/>
        </p:nvSpPr>
        <p:spPr>
          <a:xfrm>
            <a:off x="1874519" y="3819525"/>
            <a:ext cx="594300" cy="4572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03</a:t>
            </a:r>
            <a:endParaRPr/>
          </a:p>
        </p:txBody>
      </p:sp>
      <p:sp>
        <p:nvSpPr>
          <p:cNvPr id="66" name="Google Shape;66;p3"/>
          <p:cNvSpPr/>
          <p:nvPr/>
        </p:nvSpPr>
        <p:spPr>
          <a:xfrm>
            <a:off x="2800350" y="4398962"/>
            <a:ext cx="9191700" cy="126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 name="Google Shape;67;p3"/>
          <p:cNvSpPr txBox="1"/>
          <p:nvPr/>
        </p:nvSpPr>
        <p:spPr>
          <a:xfrm>
            <a:off x="2846069" y="4791075"/>
            <a:ext cx="9100200" cy="5145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102849"/>
              </a:buClr>
              <a:buSzPts val="1900"/>
              <a:buFont typeface="Arial"/>
              <a:buNone/>
            </a:pPr>
            <a:r>
              <a:rPr lang="en-US"/>
              <a:t>Collaborate on larger projects </a:t>
            </a:r>
            <a:endParaRPr/>
          </a:p>
        </p:txBody>
      </p:sp>
      <p:sp>
        <p:nvSpPr>
          <p:cNvPr id="68" name="Google Shape;68;p3"/>
          <p:cNvSpPr/>
          <p:nvPr/>
        </p:nvSpPr>
        <p:spPr>
          <a:xfrm>
            <a:off x="2800350" y="5380037"/>
            <a:ext cx="9191700" cy="126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 name="Google Shape;69;p3"/>
          <p:cNvSpPr/>
          <p:nvPr/>
        </p:nvSpPr>
        <p:spPr>
          <a:xfrm>
            <a:off x="54610" y="6099100"/>
            <a:ext cx="11451600" cy="342900"/>
          </a:xfrm>
          <a:prstGeom prst="roundRect">
            <a:avLst>
              <a:gd fmla="val 29412" name="adj"/>
            </a:avLst>
          </a:prstGeom>
          <a:solidFill>
            <a:srgbClr val="EAF6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05"/>
              <a:buFont typeface="Arial"/>
              <a:buNone/>
            </a:pPr>
            <a:r>
              <a:t/>
            </a:r>
            <a:endParaRPr b="0" i="0" sz="1905" u="none" cap="none" strike="noStrike">
              <a:solidFill>
                <a:srgbClr val="000000"/>
              </a:solidFill>
              <a:latin typeface="Arial"/>
              <a:ea typeface="Arial"/>
              <a:cs typeface="Arial"/>
              <a:sym typeface="Arial"/>
            </a:endParaRPr>
          </a:p>
        </p:txBody>
      </p:sp>
      <p:sp>
        <p:nvSpPr>
          <p:cNvPr id="70" name="Google Shape;70;p3"/>
          <p:cNvSpPr txBox="1"/>
          <p:nvPr/>
        </p:nvSpPr>
        <p:spPr>
          <a:xfrm>
            <a:off x="304608" y="6129342"/>
            <a:ext cx="10951500" cy="272100"/>
          </a:xfrm>
          <a:prstGeom prst="rect">
            <a:avLst/>
          </a:prstGeom>
          <a:noFill/>
          <a:ln>
            <a:noFill/>
          </a:ln>
        </p:spPr>
        <p:txBody>
          <a:bodyPr anchorCtr="0" anchor="ctr" bIns="48375" lIns="48375" spcFirstLastPara="1" rIns="48375" wrap="square" tIns="48375">
            <a:noAutofit/>
          </a:bodyPr>
          <a:lstStyle/>
          <a:p>
            <a:pPr indent="0" lvl="0" marL="0" marR="0" rtl="0" algn="ctr">
              <a:lnSpc>
                <a:spcPct val="100000"/>
              </a:lnSpc>
              <a:spcBef>
                <a:spcPts val="0"/>
              </a:spcBef>
              <a:spcAft>
                <a:spcPts val="0"/>
              </a:spcAft>
              <a:buClr>
                <a:srgbClr val="1464D2"/>
              </a:buClr>
              <a:buSzPts val="1058"/>
              <a:buFont typeface="Arial"/>
              <a:buNone/>
            </a:pPr>
            <a:r>
              <a:rPr b="1" i="0" lang="en-US" sz="1758" u="none" cap="none" strike="noStrike">
                <a:solidFill>
                  <a:srgbClr val="1464D2"/>
                </a:solidFill>
                <a:latin typeface="Arial"/>
                <a:ea typeface="Arial"/>
                <a:cs typeface="Arial"/>
                <a:sym typeface="Arial"/>
              </a:rPr>
              <a:t>Possible extras: Guest speakers and a hackathon</a:t>
            </a:r>
            <a:endParaRPr sz="2182"/>
          </a:p>
        </p:txBody>
      </p:sp>
      <p:pic>
        <p:nvPicPr>
          <p:cNvPr descr="image2.png" id="71" name="Google Shape;71;p3"/>
          <p:cNvPicPr preferRelativeResize="0"/>
          <p:nvPr/>
        </p:nvPicPr>
        <p:blipFill rotWithShape="1">
          <a:blip r:embed="rId3">
            <a:alphaModFix/>
          </a:blip>
          <a:srcRect b="0" l="0" r="0" t="400"/>
          <a:stretch/>
        </p:blipFill>
        <p:spPr>
          <a:xfrm>
            <a:off x="43752" y="447674"/>
            <a:ext cx="875406" cy="875406"/>
          </a:xfrm>
          <a:prstGeom prst="rect">
            <a:avLst/>
          </a:prstGeom>
          <a:noFill/>
          <a:ln>
            <a:noFill/>
          </a:ln>
        </p:spPr>
      </p:pic>
      <p:sp>
        <p:nvSpPr>
          <p:cNvPr id="72" name="Google Shape;72;p3"/>
          <p:cNvSpPr txBox="1"/>
          <p:nvPr/>
        </p:nvSpPr>
        <p:spPr>
          <a:xfrm>
            <a:off x="1874520" y="4795837"/>
            <a:ext cx="594300" cy="4572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03</a:t>
            </a:r>
            <a:endParaRPr/>
          </a:p>
        </p:txBody>
      </p:sp>
      <p:sp>
        <p:nvSpPr>
          <p:cNvPr id="73" name="Google Shape;73;p3"/>
          <p:cNvSpPr/>
          <p:nvPr/>
        </p:nvSpPr>
        <p:spPr>
          <a:xfrm>
            <a:off x="1828799" y="4648199"/>
            <a:ext cx="685800" cy="609600"/>
          </a:xfrm>
          <a:prstGeom prst="roundRect">
            <a:avLst>
              <a:gd fmla="val 23438" name="adj"/>
            </a:avLst>
          </a:prstGeom>
          <a:solidFill>
            <a:srgbClr val="1464D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 name="Google Shape;74;p3"/>
          <p:cNvSpPr txBox="1"/>
          <p:nvPr/>
        </p:nvSpPr>
        <p:spPr>
          <a:xfrm>
            <a:off x="1874520" y="4724399"/>
            <a:ext cx="594300" cy="4572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04</a:t>
            </a:r>
            <a:endParaRPr/>
          </a:p>
        </p:txBody>
      </p:sp>
      <p:sp>
        <p:nvSpPr>
          <p:cNvPr id="75" name="Google Shape;75;p3"/>
          <p:cNvSpPr txBox="1"/>
          <p:nvPr/>
        </p:nvSpPr>
        <p:spPr>
          <a:xfrm>
            <a:off x="2846070" y="3722687"/>
            <a:ext cx="9100200" cy="5145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102849"/>
              </a:buClr>
              <a:buSzPts val="1900"/>
              <a:buFont typeface="Arial"/>
              <a:buNone/>
            </a:pPr>
            <a:r>
              <a:rPr lang="en-US"/>
              <a:t>Question AI's risks and limits </a:t>
            </a:r>
            <a:endParaRPr/>
          </a:p>
        </p:txBody>
      </p:sp>
      <p:pic>
        <p:nvPicPr>
          <p:cNvPr id="76" name="Google Shape;76;p3"/>
          <p:cNvPicPr preferRelativeResize="0"/>
          <p:nvPr/>
        </p:nvPicPr>
        <p:blipFill>
          <a:blip r:embed="rId4">
            <a:alphaModFix/>
          </a:blip>
          <a:stretch>
            <a:fillRect/>
          </a:stretch>
        </p:blipFill>
        <p:spPr>
          <a:xfrm>
            <a:off x="415150" y="1686825"/>
            <a:ext cx="986650" cy="986650"/>
          </a:xfrm>
          <a:prstGeom prst="rect">
            <a:avLst/>
          </a:prstGeom>
          <a:noFill/>
          <a:ln>
            <a:noFill/>
          </a:ln>
        </p:spPr>
      </p:pic>
      <p:pic>
        <p:nvPicPr>
          <p:cNvPr id="77" name="Google Shape;77;p3"/>
          <p:cNvPicPr preferRelativeResize="0"/>
          <p:nvPr/>
        </p:nvPicPr>
        <p:blipFill>
          <a:blip r:embed="rId5">
            <a:alphaModFix/>
          </a:blip>
          <a:stretch>
            <a:fillRect/>
          </a:stretch>
        </p:blipFill>
        <p:spPr>
          <a:xfrm>
            <a:off x="4270053" y="2549201"/>
            <a:ext cx="986650" cy="986616"/>
          </a:xfrm>
          <a:prstGeom prst="rect">
            <a:avLst/>
          </a:prstGeom>
          <a:noFill/>
          <a:ln>
            <a:noFill/>
          </a:ln>
        </p:spPr>
      </p:pic>
      <p:pic>
        <p:nvPicPr>
          <p:cNvPr id="78" name="Google Shape;78;p3"/>
          <p:cNvPicPr preferRelativeResize="0"/>
          <p:nvPr/>
        </p:nvPicPr>
        <p:blipFill>
          <a:blip r:embed="rId6">
            <a:alphaModFix/>
          </a:blip>
          <a:stretch>
            <a:fillRect/>
          </a:stretch>
        </p:blipFill>
        <p:spPr>
          <a:xfrm>
            <a:off x="266200" y="3423062"/>
            <a:ext cx="1231074" cy="1231074"/>
          </a:xfrm>
          <a:prstGeom prst="rect">
            <a:avLst/>
          </a:prstGeom>
          <a:noFill/>
          <a:ln>
            <a:noFill/>
          </a:ln>
        </p:spPr>
      </p:pic>
      <p:pic>
        <p:nvPicPr>
          <p:cNvPr id="79" name="Google Shape;79;p3"/>
          <p:cNvPicPr preferRelativeResize="0"/>
          <p:nvPr/>
        </p:nvPicPr>
        <p:blipFill>
          <a:blip r:embed="rId7">
            <a:alphaModFix/>
          </a:blip>
          <a:stretch>
            <a:fillRect/>
          </a:stretch>
        </p:blipFill>
        <p:spPr>
          <a:xfrm>
            <a:off x="6523473" y="4637138"/>
            <a:ext cx="1080876" cy="10808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p:nvPr/>
        </p:nvSpPr>
        <p:spPr>
          <a:xfrm>
            <a:off x="0" y="0"/>
            <a:ext cx="12192000" cy="171450"/>
          </a:xfrm>
          <a:prstGeom prst="rect">
            <a:avLst/>
          </a:prstGeom>
          <a:solidFill>
            <a:srgbClr val="092C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 name="Google Shape;85;p4"/>
          <p:cNvSpPr/>
          <p:nvPr/>
        </p:nvSpPr>
        <p:spPr>
          <a:xfrm>
            <a:off x="0" y="171450"/>
            <a:ext cx="12192000" cy="66675"/>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 name="Google Shape;86;p4"/>
          <p:cNvSpPr txBox="1"/>
          <p:nvPr/>
        </p:nvSpPr>
        <p:spPr>
          <a:xfrm>
            <a:off x="1220744" y="528637"/>
            <a:ext cx="8957311" cy="609601"/>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092C66"/>
              </a:buClr>
              <a:buSzPts val="2600"/>
              <a:buFont typeface="Arial"/>
              <a:buNone/>
            </a:pPr>
            <a:r>
              <a:rPr b="1" i="0" lang="en-US" sz="2600" u="none" cap="none" strike="noStrike">
                <a:solidFill>
                  <a:srgbClr val="092C66"/>
                </a:solidFill>
                <a:latin typeface="Arial"/>
                <a:ea typeface="Arial"/>
                <a:cs typeface="Arial"/>
                <a:sym typeface="Arial"/>
              </a:rPr>
              <a:t>AI hot takes </a:t>
            </a:r>
            <a:endParaRPr/>
          </a:p>
        </p:txBody>
      </p:sp>
      <p:sp>
        <p:nvSpPr>
          <p:cNvPr id="87" name="Google Shape;87;p4"/>
          <p:cNvSpPr txBox="1"/>
          <p:nvPr/>
        </p:nvSpPr>
        <p:spPr>
          <a:xfrm>
            <a:off x="11094719" y="6477000"/>
            <a:ext cx="365762" cy="238125"/>
          </a:xfrm>
          <a:prstGeom prst="rect">
            <a:avLst/>
          </a:prstGeom>
          <a:noFill/>
          <a:ln>
            <a:noFill/>
          </a:ln>
        </p:spPr>
        <p:txBody>
          <a:bodyPr anchorCtr="0" anchor="ctr" bIns="45700" lIns="45700" spcFirstLastPara="1" rIns="45700" wrap="square" tIns="45700">
            <a:normAutofit/>
          </a:bodyPr>
          <a:lstStyle/>
          <a:p>
            <a:pPr indent="0" lvl="0" marL="0" marR="0" rtl="0" algn="r">
              <a:lnSpc>
                <a:spcPct val="100000"/>
              </a:lnSpc>
              <a:spcBef>
                <a:spcPts val="0"/>
              </a:spcBef>
              <a:spcAft>
                <a:spcPts val="0"/>
              </a:spcAft>
              <a:buClr>
                <a:srgbClr val="1464D2"/>
              </a:buClr>
              <a:buSzPts val="900"/>
              <a:buFont typeface="Arial"/>
              <a:buNone/>
            </a:pPr>
            <a:r>
              <a:rPr b="1" i="0" lang="en-US" sz="900" u="none" cap="none" strike="noStrike">
                <a:solidFill>
                  <a:srgbClr val="1464D2"/>
                </a:solidFill>
                <a:latin typeface="Arial"/>
                <a:ea typeface="Arial"/>
                <a:cs typeface="Arial"/>
                <a:sym typeface="Arial"/>
              </a:rPr>
              <a:t>04</a:t>
            </a:r>
            <a:endParaRPr/>
          </a:p>
        </p:txBody>
      </p:sp>
      <p:sp>
        <p:nvSpPr>
          <p:cNvPr id="88" name="Google Shape;88;p4"/>
          <p:cNvSpPr txBox="1"/>
          <p:nvPr/>
        </p:nvSpPr>
        <p:spPr>
          <a:xfrm>
            <a:off x="960119" y="1428750"/>
            <a:ext cx="2766062" cy="28575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1464D2"/>
              </a:buClr>
              <a:buSzPts val="1200"/>
              <a:buFont typeface="Arial"/>
              <a:buNone/>
            </a:pPr>
            <a:r>
              <a:rPr b="1" i="0" lang="en-US" sz="1200" u="none" cap="none" strike="noStrike">
                <a:solidFill>
                  <a:srgbClr val="1464D2"/>
                </a:solidFill>
                <a:latin typeface="Arial"/>
                <a:ea typeface="Arial"/>
                <a:cs typeface="Arial"/>
                <a:sym typeface="Arial"/>
              </a:rPr>
              <a:t>AGREE</a:t>
            </a:r>
            <a:endParaRPr/>
          </a:p>
        </p:txBody>
      </p:sp>
      <p:sp>
        <p:nvSpPr>
          <p:cNvPr id="89" name="Google Shape;89;p4"/>
          <p:cNvSpPr txBox="1"/>
          <p:nvPr/>
        </p:nvSpPr>
        <p:spPr>
          <a:xfrm>
            <a:off x="4712969" y="1428750"/>
            <a:ext cx="2766062" cy="28575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1464D2"/>
              </a:buClr>
              <a:buSzPts val="1200"/>
              <a:buFont typeface="Arial"/>
              <a:buNone/>
            </a:pPr>
            <a:r>
              <a:rPr b="1" i="0" lang="en-US" sz="1200" u="none" cap="none" strike="noStrike">
                <a:solidFill>
                  <a:srgbClr val="1464D2"/>
                </a:solidFill>
                <a:latin typeface="Arial"/>
                <a:ea typeface="Arial"/>
                <a:cs typeface="Arial"/>
                <a:sym typeface="Arial"/>
              </a:rPr>
              <a:t>UNSURE</a:t>
            </a:r>
            <a:endParaRPr/>
          </a:p>
        </p:txBody>
      </p:sp>
      <p:sp>
        <p:nvSpPr>
          <p:cNvPr id="90" name="Google Shape;90;p4"/>
          <p:cNvSpPr txBox="1"/>
          <p:nvPr/>
        </p:nvSpPr>
        <p:spPr>
          <a:xfrm>
            <a:off x="8465819" y="1428750"/>
            <a:ext cx="2766062" cy="28575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1464D2"/>
              </a:buClr>
              <a:buSzPts val="1200"/>
              <a:buFont typeface="Arial"/>
              <a:buNone/>
            </a:pPr>
            <a:r>
              <a:rPr b="1" i="0" lang="en-US" sz="1200" u="none" cap="none" strike="noStrike">
                <a:solidFill>
                  <a:srgbClr val="1464D2"/>
                </a:solidFill>
                <a:latin typeface="Arial"/>
                <a:ea typeface="Arial"/>
                <a:cs typeface="Arial"/>
                <a:sym typeface="Arial"/>
              </a:rPr>
              <a:t>DISAGREE</a:t>
            </a:r>
            <a:endParaRPr/>
          </a:p>
        </p:txBody>
      </p:sp>
      <p:sp>
        <p:nvSpPr>
          <p:cNvPr id="91" name="Google Shape;91;p4"/>
          <p:cNvSpPr/>
          <p:nvPr/>
        </p:nvSpPr>
        <p:spPr>
          <a:xfrm>
            <a:off x="914400" y="1828800"/>
            <a:ext cx="2857500" cy="47625"/>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 name="Google Shape;92;p4"/>
          <p:cNvSpPr/>
          <p:nvPr/>
        </p:nvSpPr>
        <p:spPr>
          <a:xfrm>
            <a:off x="4667250" y="1828800"/>
            <a:ext cx="2857500" cy="47625"/>
          </a:xfrm>
          <a:prstGeom prst="rect">
            <a:avLst/>
          </a:prstGeom>
          <a:solidFill>
            <a:srgbClr val="1464D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 name="Google Shape;93;p4"/>
          <p:cNvSpPr/>
          <p:nvPr/>
        </p:nvSpPr>
        <p:spPr>
          <a:xfrm>
            <a:off x="8420100" y="1828800"/>
            <a:ext cx="2857500" cy="47625"/>
          </a:xfrm>
          <a:prstGeom prst="rect">
            <a:avLst/>
          </a:prstGeom>
          <a:solidFill>
            <a:srgbClr val="092C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4"/>
          <p:cNvSpPr txBox="1"/>
          <p:nvPr/>
        </p:nvSpPr>
        <p:spPr>
          <a:xfrm>
            <a:off x="960119" y="2076450"/>
            <a:ext cx="10271762" cy="428625"/>
          </a:xfrm>
          <a:prstGeom prst="rect">
            <a:avLst/>
          </a:prstGeom>
          <a:no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52708F"/>
              </a:buClr>
              <a:buSzPts val="1600"/>
              <a:buFont typeface="Arial"/>
              <a:buNone/>
            </a:pPr>
            <a:r>
              <a:rPr lang="en-US" sz="2700">
                <a:solidFill>
                  <a:srgbClr val="52708F"/>
                </a:solidFill>
                <a:latin typeface="Cedarville Cursive"/>
                <a:ea typeface="Cedarville Cursive"/>
                <a:cs typeface="Cedarville Cursive"/>
                <a:sym typeface="Cedarville Cursive"/>
              </a:rPr>
              <a:t>Move to one side of the room!</a:t>
            </a:r>
            <a:endParaRPr sz="2500">
              <a:latin typeface="Cedarville Cursive"/>
              <a:ea typeface="Cedarville Cursive"/>
              <a:cs typeface="Cedarville Cursive"/>
              <a:sym typeface="Cedarville Cursive"/>
            </a:endParaRPr>
          </a:p>
        </p:txBody>
      </p:sp>
      <p:grpSp>
        <p:nvGrpSpPr>
          <p:cNvPr id="95" name="Google Shape;95;p4"/>
          <p:cNvGrpSpPr/>
          <p:nvPr/>
        </p:nvGrpSpPr>
        <p:grpSpPr>
          <a:xfrm>
            <a:off x="914400" y="2876550"/>
            <a:ext cx="10363200" cy="1162050"/>
            <a:chOff x="914400" y="2876550"/>
            <a:chExt cx="10363200" cy="1162050"/>
          </a:xfrm>
        </p:grpSpPr>
        <p:sp>
          <p:nvSpPr>
            <p:cNvPr id="96" name="Google Shape;96;p4"/>
            <p:cNvSpPr/>
            <p:nvPr/>
          </p:nvSpPr>
          <p:spPr>
            <a:xfrm>
              <a:off x="914400" y="2876550"/>
              <a:ext cx="10363200" cy="1162050"/>
            </a:xfrm>
            <a:prstGeom prst="roundRect">
              <a:avLst>
                <a:gd fmla="val 14754" name="adj"/>
              </a:avLst>
            </a:prstGeom>
            <a:solidFill>
              <a:srgbClr val="EAF6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 name="Google Shape;97;p4"/>
            <p:cNvSpPr txBox="1"/>
            <p:nvPr/>
          </p:nvSpPr>
          <p:spPr>
            <a:xfrm>
              <a:off x="1226819" y="3105150"/>
              <a:ext cx="556262" cy="59055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1464D2"/>
                </a:buClr>
                <a:buSzPts val="2200"/>
                <a:buFont typeface="Arial"/>
                <a:buNone/>
              </a:pPr>
              <a:r>
                <a:rPr b="1" i="0" lang="en-US" sz="2200" u="none" cap="none" strike="noStrike">
                  <a:solidFill>
                    <a:srgbClr val="1464D2"/>
                  </a:solidFill>
                  <a:latin typeface="Arial"/>
                  <a:ea typeface="Arial"/>
                  <a:cs typeface="Arial"/>
                  <a:sym typeface="Arial"/>
                </a:rPr>
                <a:t>01</a:t>
              </a:r>
              <a:endParaRPr/>
            </a:p>
          </p:txBody>
        </p:sp>
        <p:sp>
          <p:nvSpPr>
            <p:cNvPr id="98" name="Google Shape;98;p4"/>
            <p:cNvSpPr txBox="1"/>
            <p:nvPr/>
          </p:nvSpPr>
          <p:spPr>
            <a:xfrm>
              <a:off x="2141219" y="3086100"/>
              <a:ext cx="8481062" cy="6096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102849"/>
                </a:buClr>
                <a:buSzPts val="2400"/>
                <a:buFont typeface="Arial"/>
                <a:buNone/>
              </a:pPr>
              <a:r>
                <a:rPr b="1" i="0" lang="en-US" sz="2400" u="none" cap="none" strike="noStrike">
                  <a:solidFill>
                    <a:srgbClr val="102849"/>
                  </a:solidFill>
                  <a:latin typeface="Arial"/>
                  <a:ea typeface="Arial"/>
                  <a:cs typeface="Arial"/>
                  <a:sym typeface="Arial"/>
                </a:rPr>
                <a:t>“AI-generated art is real art.”</a:t>
              </a:r>
              <a:endParaRPr/>
            </a:p>
          </p:txBody>
        </p:sp>
      </p:grpSp>
      <p:grpSp>
        <p:nvGrpSpPr>
          <p:cNvPr id="99" name="Google Shape;99;p4"/>
          <p:cNvGrpSpPr/>
          <p:nvPr/>
        </p:nvGrpSpPr>
        <p:grpSpPr>
          <a:xfrm>
            <a:off x="914400" y="4324350"/>
            <a:ext cx="10363200" cy="1352550"/>
            <a:chOff x="914400" y="4324350"/>
            <a:chExt cx="10363200" cy="1352550"/>
          </a:xfrm>
        </p:grpSpPr>
        <p:sp>
          <p:nvSpPr>
            <p:cNvPr id="100" name="Google Shape;100;p4"/>
            <p:cNvSpPr/>
            <p:nvPr/>
          </p:nvSpPr>
          <p:spPr>
            <a:xfrm>
              <a:off x="914400" y="4324350"/>
              <a:ext cx="10363200" cy="1352550"/>
            </a:xfrm>
            <a:prstGeom prst="roundRect">
              <a:avLst>
                <a:gd fmla="val 12676" name="adj"/>
              </a:avLst>
            </a:prstGeom>
            <a:solidFill>
              <a:srgbClr val="F2FA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p4"/>
            <p:cNvSpPr txBox="1"/>
            <p:nvPr/>
          </p:nvSpPr>
          <p:spPr>
            <a:xfrm>
              <a:off x="1226819" y="4667250"/>
              <a:ext cx="556262" cy="59055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1464D2"/>
                </a:buClr>
                <a:buSzPts val="2200"/>
                <a:buFont typeface="Arial"/>
                <a:buNone/>
              </a:pPr>
              <a:r>
                <a:rPr b="1" i="0" lang="en-US" sz="2200" u="none" cap="none" strike="noStrike">
                  <a:solidFill>
                    <a:srgbClr val="1464D2"/>
                  </a:solidFill>
                  <a:latin typeface="Arial"/>
                  <a:ea typeface="Arial"/>
                  <a:cs typeface="Arial"/>
                  <a:sym typeface="Arial"/>
                </a:rPr>
                <a:t>02</a:t>
              </a:r>
              <a:endParaRPr/>
            </a:p>
          </p:txBody>
        </p:sp>
        <p:sp>
          <p:nvSpPr>
            <p:cNvPr id="102" name="Google Shape;102;p4"/>
            <p:cNvSpPr txBox="1"/>
            <p:nvPr/>
          </p:nvSpPr>
          <p:spPr>
            <a:xfrm>
              <a:off x="2141219" y="4457700"/>
              <a:ext cx="8481062" cy="10287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102849"/>
                </a:buClr>
                <a:buSzPts val="2000"/>
                <a:buFont typeface="Arial"/>
                <a:buNone/>
              </a:pPr>
              <a:r>
                <a:rPr b="1" i="0" lang="en-US" sz="2000" u="none" cap="none" strike="noStrike">
                  <a:solidFill>
                    <a:srgbClr val="102849"/>
                  </a:solidFill>
                  <a:latin typeface="Arial"/>
                  <a:ea typeface="Arial"/>
                  <a:cs typeface="Arial"/>
                  <a:sym typeface="Arial"/>
                </a:rPr>
                <a:t>“Schools should allow AI on assignments if students explain how they used it.”</a:t>
              </a:r>
              <a:endParaRPr/>
            </a:p>
          </p:txBody>
        </p:sp>
      </p:grpSp>
      <p:pic>
        <p:nvPicPr>
          <p:cNvPr descr="image2.png" id="103" name="Google Shape;103;p4"/>
          <p:cNvPicPr preferRelativeResize="0"/>
          <p:nvPr/>
        </p:nvPicPr>
        <p:blipFill rotWithShape="1">
          <a:blip r:embed="rId3">
            <a:alphaModFix/>
          </a:blip>
          <a:srcRect b="0" l="0" r="800" t="0"/>
          <a:stretch/>
        </p:blipFill>
        <p:spPr>
          <a:xfrm>
            <a:off x="95249" y="438150"/>
            <a:ext cx="876413" cy="8764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1000"/>
                                        <p:tgtEl>
                                          <p:spTgt spid="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p:nvPr/>
        </p:nvSpPr>
        <p:spPr>
          <a:xfrm>
            <a:off x="0" y="0"/>
            <a:ext cx="12192000" cy="171450"/>
          </a:xfrm>
          <a:prstGeom prst="rect">
            <a:avLst/>
          </a:prstGeom>
          <a:solidFill>
            <a:srgbClr val="092C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5"/>
          <p:cNvSpPr/>
          <p:nvPr/>
        </p:nvSpPr>
        <p:spPr>
          <a:xfrm>
            <a:off x="0" y="171450"/>
            <a:ext cx="12192000" cy="66675"/>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 name="Google Shape;110;p5"/>
          <p:cNvSpPr txBox="1"/>
          <p:nvPr/>
        </p:nvSpPr>
        <p:spPr>
          <a:xfrm>
            <a:off x="1207769" y="533399"/>
            <a:ext cx="8957312" cy="609601"/>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092C66"/>
              </a:buClr>
              <a:buSzPts val="2600"/>
              <a:buFont typeface="Arial"/>
              <a:buNone/>
            </a:pPr>
            <a:r>
              <a:rPr b="1" lang="en-US" sz="2600">
                <a:solidFill>
                  <a:srgbClr val="092C66"/>
                </a:solidFill>
              </a:rPr>
              <a:t>Prompt Battle: Write the best prompt </a:t>
            </a:r>
            <a:endParaRPr/>
          </a:p>
        </p:txBody>
      </p:sp>
      <p:sp>
        <p:nvSpPr>
          <p:cNvPr id="111" name="Google Shape;111;p5"/>
          <p:cNvSpPr txBox="1"/>
          <p:nvPr/>
        </p:nvSpPr>
        <p:spPr>
          <a:xfrm>
            <a:off x="11094719" y="6477000"/>
            <a:ext cx="365762" cy="238125"/>
          </a:xfrm>
          <a:prstGeom prst="rect">
            <a:avLst/>
          </a:prstGeom>
          <a:noFill/>
          <a:ln>
            <a:noFill/>
          </a:ln>
        </p:spPr>
        <p:txBody>
          <a:bodyPr anchorCtr="0" anchor="ctr" bIns="45700" lIns="45700" spcFirstLastPara="1" rIns="45700" wrap="square" tIns="45700">
            <a:normAutofit/>
          </a:bodyPr>
          <a:lstStyle/>
          <a:p>
            <a:pPr indent="0" lvl="0" marL="0" marR="0" rtl="0" algn="r">
              <a:lnSpc>
                <a:spcPct val="100000"/>
              </a:lnSpc>
              <a:spcBef>
                <a:spcPts val="0"/>
              </a:spcBef>
              <a:spcAft>
                <a:spcPts val="0"/>
              </a:spcAft>
              <a:buClr>
                <a:srgbClr val="1464D2"/>
              </a:buClr>
              <a:buSzPts val="900"/>
              <a:buFont typeface="Arial"/>
              <a:buNone/>
            </a:pPr>
            <a:r>
              <a:rPr b="1" i="0" lang="en-US" sz="900" u="none" cap="none" strike="noStrike">
                <a:solidFill>
                  <a:srgbClr val="1464D2"/>
                </a:solidFill>
                <a:latin typeface="Arial"/>
                <a:ea typeface="Arial"/>
                <a:cs typeface="Arial"/>
                <a:sym typeface="Arial"/>
              </a:rPr>
              <a:t>05</a:t>
            </a:r>
            <a:endParaRPr/>
          </a:p>
        </p:txBody>
      </p:sp>
      <p:sp>
        <p:nvSpPr>
          <p:cNvPr id="112" name="Google Shape;112;p5"/>
          <p:cNvSpPr/>
          <p:nvPr/>
        </p:nvSpPr>
        <p:spPr>
          <a:xfrm>
            <a:off x="685800" y="1333500"/>
            <a:ext cx="10820400" cy="647700"/>
          </a:xfrm>
          <a:prstGeom prst="roundRect">
            <a:avLst>
              <a:gd fmla="val 23529" name="adj"/>
            </a:avLst>
          </a:prstGeom>
          <a:solidFill>
            <a:srgbClr val="092C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5"/>
          <p:cNvSpPr txBox="1"/>
          <p:nvPr/>
        </p:nvSpPr>
        <p:spPr>
          <a:xfrm>
            <a:off x="960119" y="1457325"/>
            <a:ext cx="3623312" cy="381000"/>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Helvetica Neue"/>
                <a:ea typeface="Helvetica Neue"/>
                <a:cs typeface="Helvetica Neue"/>
                <a:sym typeface="Helvetica Neue"/>
              </a:rPr>
              <a:t>BATTLE ROUND</a:t>
            </a:r>
            <a:endParaRPr b="1">
              <a:latin typeface="Helvetica Neue"/>
              <a:ea typeface="Helvetica Neue"/>
              <a:cs typeface="Helvetica Neue"/>
              <a:sym typeface="Helvetica Neue"/>
            </a:endParaRPr>
          </a:p>
        </p:txBody>
      </p:sp>
      <p:sp>
        <p:nvSpPr>
          <p:cNvPr id="114" name="Google Shape;114;p5"/>
          <p:cNvSpPr txBox="1"/>
          <p:nvPr/>
        </p:nvSpPr>
        <p:spPr>
          <a:xfrm>
            <a:off x="4389119" y="1438275"/>
            <a:ext cx="6252300" cy="285900"/>
          </a:xfrm>
          <a:prstGeom prst="rect">
            <a:avLst/>
          </a:prstGeom>
          <a:noFill/>
          <a:ln>
            <a:noFill/>
          </a:ln>
        </p:spPr>
        <p:txBody>
          <a:bodyPr anchorCtr="0" anchor="ctr" bIns="45700" lIns="45700" spcFirstLastPara="1" rIns="45700" wrap="square" tIns="45700">
            <a:noAutofit/>
          </a:bodyPr>
          <a:lstStyle/>
          <a:p>
            <a:pPr indent="0" lvl="0" marL="0" marR="0" rtl="0" algn="r">
              <a:lnSpc>
                <a:spcPct val="100000"/>
              </a:lnSpc>
              <a:spcBef>
                <a:spcPts val="0"/>
              </a:spcBef>
              <a:spcAft>
                <a:spcPts val="0"/>
              </a:spcAft>
              <a:buClr>
                <a:srgbClr val="BDEAFF"/>
              </a:buClr>
              <a:buSzPts val="1200"/>
              <a:buFont typeface="Arial"/>
              <a:buNone/>
            </a:pPr>
            <a:r>
              <a:rPr b="1" i="0" lang="en-US" sz="2000" u="none" cap="none" strike="noStrike">
                <a:solidFill>
                  <a:srgbClr val="BDEAFF"/>
                </a:solidFill>
                <a:latin typeface="Arial"/>
                <a:ea typeface="Arial"/>
                <a:cs typeface="Arial"/>
                <a:sym typeface="Arial"/>
              </a:rPr>
              <a:t>3 MINUTES  |  TEAMS OF 3–4 </a:t>
            </a:r>
            <a:endParaRPr sz="2200"/>
          </a:p>
        </p:txBody>
      </p:sp>
      <p:sp>
        <p:nvSpPr>
          <p:cNvPr id="115" name="Google Shape;115;p5"/>
          <p:cNvSpPr txBox="1"/>
          <p:nvPr/>
        </p:nvSpPr>
        <p:spPr>
          <a:xfrm>
            <a:off x="731525" y="2365443"/>
            <a:ext cx="10260600" cy="515100"/>
          </a:xfrm>
          <a:prstGeom prst="rect">
            <a:avLst/>
          </a:prstGeom>
          <a:no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102849"/>
              </a:buClr>
              <a:buSzPts val="1870"/>
              <a:buFont typeface="Arial"/>
              <a:buNone/>
            </a:pPr>
            <a:r>
              <a:rPr b="1" lang="en-US" sz="2470">
                <a:solidFill>
                  <a:srgbClr val="102849"/>
                </a:solidFill>
              </a:rPr>
              <a:t>Your goal: Write a prompt that would make an AI explain “How does a chatbot work?” </a:t>
            </a:r>
            <a:endParaRPr b="1" sz="1790"/>
          </a:p>
        </p:txBody>
      </p:sp>
      <p:sp>
        <p:nvSpPr>
          <p:cNvPr id="116" name="Google Shape;116;p5"/>
          <p:cNvSpPr txBox="1"/>
          <p:nvPr/>
        </p:nvSpPr>
        <p:spPr>
          <a:xfrm>
            <a:off x="1290165" y="3514725"/>
            <a:ext cx="19980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464D2"/>
              </a:buClr>
              <a:buSzPts val="1802"/>
              <a:buFont typeface="Arial"/>
              <a:buNone/>
            </a:pPr>
            <a:r>
              <a:rPr b="1" i="0" lang="en-US" sz="1802" u="none" cap="none" strike="noStrike">
                <a:solidFill>
                  <a:srgbClr val="1464D2"/>
                </a:solidFill>
                <a:latin typeface="Arial"/>
                <a:ea typeface="Arial"/>
                <a:cs typeface="Arial"/>
                <a:sym typeface="Arial"/>
              </a:rPr>
              <a:t>AUDIENCE</a:t>
            </a:r>
            <a:endParaRPr sz="2523"/>
          </a:p>
        </p:txBody>
      </p:sp>
      <p:sp>
        <p:nvSpPr>
          <p:cNvPr id="117" name="Google Shape;117;p5"/>
          <p:cNvSpPr txBox="1"/>
          <p:nvPr/>
        </p:nvSpPr>
        <p:spPr>
          <a:xfrm>
            <a:off x="3555951" y="3514725"/>
            <a:ext cx="73536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02849"/>
              </a:buClr>
              <a:buSzPts val="2163"/>
              <a:buFont typeface="Arial"/>
              <a:buNone/>
            </a:pPr>
            <a:r>
              <a:rPr b="0" i="0" lang="en-US" sz="2163" u="none" cap="none" strike="noStrike">
                <a:solidFill>
                  <a:srgbClr val="102849"/>
                </a:solidFill>
                <a:latin typeface="Arial"/>
                <a:ea typeface="Arial"/>
                <a:cs typeface="Arial"/>
                <a:sym typeface="Arial"/>
              </a:rPr>
              <a:t>A Grade 9 student</a:t>
            </a:r>
            <a:endParaRPr sz="2523"/>
          </a:p>
        </p:txBody>
      </p:sp>
      <p:sp>
        <p:nvSpPr>
          <p:cNvPr id="118" name="Google Shape;118;p5"/>
          <p:cNvSpPr/>
          <p:nvPr/>
        </p:nvSpPr>
        <p:spPr>
          <a:xfrm>
            <a:off x="1207775" y="4181304"/>
            <a:ext cx="9784200" cy="228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44"/>
              <a:buFont typeface="Arial"/>
              <a:buNone/>
            </a:pPr>
            <a:r>
              <a:t/>
            </a:r>
            <a:endParaRPr b="0" i="0" sz="3244" u="none" cap="none" strike="noStrike">
              <a:solidFill>
                <a:srgbClr val="000000"/>
              </a:solidFill>
              <a:latin typeface="Arial"/>
              <a:ea typeface="Arial"/>
              <a:cs typeface="Arial"/>
              <a:sym typeface="Arial"/>
            </a:endParaRPr>
          </a:p>
        </p:txBody>
      </p:sp>
      <p:sp>
        <p:nvSpPr>
          <p:cNvPr id="119" name="Google Shape;119;p5"/>
          <p:cNvSpPr txBox="1"/>
          <p:nvPr/>
        </p:nvSpPr>
        <p:spPr>
          <a:xfrm>
            <a:off x="1290165" y="4355818"/>
            <a:ext cx="19980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464D2"/>
              </a:buClr>
              <a:buSzPts val="1802"/>
              <a:buFont typeface="Arial"/>
              <a:buNone/>
            </a:pPr>
            <a:r>
              <a:rPr b="1" i="0" lang="en-US" sz="1802" u="none" cap="none" strike="noStrike">
                <a:solidFill>
                  <a:srgbClr val="1464D2"/>
                </a:solidFill>
                <a:latin typeface="Arial"/>
                <a:ea typeface="Arial"/>
                <a:cs typeface="Arial"/>
                <a:sym typeface="Arial"/>
              </a:rPr>
              <a:t>LENGTH</a:t>
            </a:r>
            <a:endParaRPr sz="2523"/>
          </a:p>
        </p:txBody>
      </p:sp>
      <p:sp>
        <p:nvSpPr>
          <p:cNvPr id="120" name="Google Shape;120;p5"/>
          <p:cNvSpPr txBox="1"/>
          <p:nvPr/>
        </p:nvSpPr>
        <p:spPr>
          <a:xfrm>
            <a:off x="3555951" y="4355818"/>
            <a:ext cx="73536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02849"/>
              </a:buClr>
              <a:buSzPts val="2163"/>
              <a:buFont typeface="Arial"/>
              <a:buNone/>
            </a:pPr>
            <a:r>
              <a:rPr b="0" i="0" lang="en-US" sz="2163" u="none" cap="none" strike="noStrike">
                <a:solidFill>
                  <a:srgbClr val="102849"/>
                </a:solidFill>
                <a:latin typeface="Arial"/>
                <a:ea typeface="Arial"/>
                <a:cs typeface="Arial"/>
                <a:sym typeface="Arial"/>
              </a:rPr>
              <a:t>Under 80 words</a:t>
            </a:r>
            <a:endParaRPr sz="2523"/>
          </a:p>
        </p:txBody>
      </p:sp>
      <p:sp>
        <p:nvSpPr>
          <p:cNvPr id="121" name="Google Shape;121;p5"/>
          <p:cNvSpPr/>
          <p:nvPr/>
        </p:nvSpPr>
        <p:spPr>
          <a:xfrm>
            <a:off x="1207775" y="5022397"/>
            <a:ext cx="9784200" cy="228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44"/>
              <a:buFont typeface="Arial"/>
              <a:buNone/>
            </a:pPr>
            <a:r>
              <a:t/>
            </a:r>
            <a:endParaRPr b="0" i="0" sz="3244" u="none" cap="none" strike="noStrike">
              <a:solidFill>
                <a:srgbClr val="000000"/>
              </a:solidFill>
              <a:latin typeface="Arial"/>
              <a:ea typeface="Arial"/>
              <a:cs typeface="Arial"/>
              <a:sym typeface="Arial"/>
            </a:endParaRPr>
          </a:p>
        </p:txBody>
      </p:sp>
      <p:sp>
        <p:nvSpPr>
          <p:cNvPr id="122" name="Google Shape;122;p5"/>
          <p:cNvSpPr txBox="1"/>
          <p:nvPr/>
        </p:nvSpPr>
        <p:spPr>
          <a:xfrm>
            <a:off x="1290165" y="5196911"/>
            <a:ext cx="19980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464D2"/>
              </a:buClr>
              <a:buSzPts val="1802"/>
              <a:buFont typeface="Arial"/>
              <a:buNone/>
            </a:pPr>
            <a:r>
              <a:rPr b="1" i="0" lang="en-US" sz="1802" u="none" cap="none" strike="noStrike">
                <a:solidFill>
                  <a:srgbClr val="1464D2"/>
                </a:solidFill>
                <a:latin typeface="Arial"/>
                <a:ea typeface="Arial"/>
                <a:cs typeface="Arial"/>
                <a:sym typeface="Arial"/>
              </a:rPr>
              <a:t>ANALOGY</a:t>
            </a:r>
            <a:endParaRPr sz="2523"/>
          </a:p>
        </p:txBody>
      </p:sp>
      <p:sp>
        <p:nvSpPr>
          <p:cNvPr id="123" name="Google Shape;123;p5"/>
          <p:cNvSpPr txBox="1"/>
          <p:nvPr/>
        </p:nvSpPr>
        <p:spPr>
          <a:xfrm>
            <a:off x="3555951" y="5196911"/>
            <a:ext cx="73536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02849"/>
              </a:buClr>
              <a:buSzPts val="2163"/>
              <a:buFont typeface="Arial"/>
              <a:buNone/>
            </a:pPr>
            <a:r>
              <a:rPr b="0" i="0" lang="en-US" sz="2163" u="none" cap="none" strike="noStrike">
                <a:solidFill>
                  <a:srgbClr val="102849"/>
                </a:solidFill>
                <a:latin typeface="Arial"/>
                <a:ea typeface="Arial"/>
                <a:cs typeface="Arial"/>
                <a:sym typeface="Arial"/>
              </a:rPr>
              <a:t>Use a school-life analogy</a:t>
            </a:r>
            <a:endParaRPr sz="2523"/>
          </a:p>
        </p:txBody>
      </p:sp>
      <p:sp>
        <p:nvSpPr>
          <p:cNvPr id="124" name="Google Shape;124;p5"/>
          <p:cNvSpPr/>
          <p:nvPr/>
        </p:nvSpPr>
        <p:spPr>
          <a:xfrm>
            <a:off x="1207775" y="5863490"/>
            <a:ext cx="9784200" cy="228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44"/>
              <a:buFont typeface="Arial"/>
              <a:buNone/>
            </a:pPr>
            <a:r>
              <a:t/>
            </a:r>
            <a:endParaRPr b="0" i="0" sz="3244" u="none" cap="none" strike="noStrike">
              <a:solidFill>
                <a:srgbClr val="000000"/>
              </a:solidFill>
              <a:latin typeface="Arial"/>
              <a:ea typeface="Arial"/>
              <a:cs typeface="Arial"/>
              <a:sym typeface="Arial"/>
            </a:endParaRPr>
          </a:p>
        </p:txBody>
      </p:sp>
      <p:sp>
        <p:nvSpPr>
          <p:cNvPr id="125" name="Google Shape;125;p5"/>
          <p:cNvSpPr txBox="1"/>
          <p:nvPr/>
        </p:nvSpPr>
        <p:spPr>
          <a:xfrm>
            <a:off x="1290165" y="6038003"/>
            <a:ext cx="19980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464D2"/>
              </a:buClr>
              <a:buSzPts val="1802"/>
              <a:buFont typeface="Arial"/>
              <a:buNone/>
            </a:pPr>
            <a:r>
              <a:rPr b="1" i="0" lang="en-US" sz="1802" u="none" cap="none" strike="noStrike">
                <a:solidFill>
                  <a:srgbClr val="1464D2"/>
                </a:solidFill>
                <a:latin typeface="Arial"/>
                <a:ea typeface="Arial"/>
                <a:cs typeface="Arial"/>
                <a:sym typeface="Arial"/>
              </a:rPr>
              <a:t>JUDGING</a:t>
            </a:r>
            <a:endParaRPr sz="2523"/>
          </a:p>
        </p:txBody>
      </p:sp>
      <p:sp>
        <p:nvSpPr>
          <p:cNvPr id="126" name="Google Shape;126;p5"/>
          <p:cNvSpPr txBox="1"/>
          <p:nvPr/>
        </p:nvSpPr>
        <p:spPr>
          <a:xfrm>
            <a:off x="3555951" y="6038003"/>
            <a:ext cx="7353600" cy="515100"/>
          </a:xfrm>
          <a:prstGeom prst="rect">
            <a:avLst/>
          </a:prstGeom>
          <a:noFill/>
          <a:ln>
            <a:noFill/>
          </a:ln>
        </p:spPr>
        <p:txBody>
          <a:bodyPr anchorCtr="0" anchor="ctr" bIns="82350" lIns="82350" spcFirstLastPara="1" rIns="82350" wrap="square" tIns="82350">
            <a:normAutofit/>
          </a:bodyPr>
          <a:lstStyle/>
          <a:p>
            <a:pPr indent="0" lvl="0" marL="0" marR="0" rtl="0" algn="l">
              <a:lnSpc>
                <a:spcPct val="100000"/>
              </a:lnSpc>
              <a:spcBef>
                <a:spcPts val="0"/>
              </a:spcBef>
              <a:spcAft>
                <a:spcPts val="0"/>
              </a:spcAft>
              <a:buClr>
                <a:srgbClr val="102849"/>
              </a:buClr>
              <a:buSzPts val="2163"/>
              <a:buFont typeface="Arial"/>
              <a:buNone/>
            </a:pPr>
            <a:r>
              <a:rPr b="0" i="0" lang="en-US" sz="2163" u="none" cap="none" strike="noStrike">
                <a:solidFill>
                  <a:srgbClr val="102849"/>
                </a:solidFill>
                <a:latin typeface="Arial"/>
                <a:ea typeface="Arial"/>
                <a:cs typeface="Arial"/>
                <a:sym typeface="Arial"/>
              </a:rPr>
              <a:t>Clarity, then accuracy, then creativity</a:t>
            </a:r>
            <a:endParaRPr sz="2523"/>
          </a:p>
        </p:txBody>
      </p:sp>
      <p:sp>
        <p:nvSpPr>
          <p:cNvPr id="127" name="Google Shape;127;p5"/>
          <p:cNvSpPr/>
          <p:nvPr/>
        </p:nvSpPr>
        <p:spPr>
          <a:xfrm>
            <a:off x="1207775" y="6704583"/>
            <a:ext cx="9784200" cy="22800"/>
          </a:xfrm>
          <a:prstGeom prst="rect">
            <a:avLst/>
          </a:prstGeom>
          <a:solidFill>
            <a:srgbClr val="DDEC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44"/>
              <a:buFont typeface="Arial"/>
              <a:buNone/>
            </a:pPr>
            <a:r>
              <a:t/>
            </a:r>
            <a:endParaRPr b="0" i="0" sz="3244" u="none" cap="none" strike="noStrike">
              <a:solidFill>
                <a:srgbClr val="000000"/>
              </a:solidFill>
              <a:latin typeface="Arial"/>
              <a:ea typeface="Arial"/>
              <a:cs typeface="Arial"/>
              <a:sym typeface="Arial"/>
            </a:endParaRPr>
          </a:p>
        </p:txBody>
      </p:sp>
      <p:pic>
        <p:nvPicPr>
          <p:cNvPr descr="image2.png" id="128" name="Google Shape;128;p5"/>
          <p:cNvPicPr preferRelativeResize="0"/>
          <p:nvPr/>
        </p:nvPicPr>
        <p:blipFill rotWithShape="1">
          <a:blip r:embed="rId3">
            <a:alphaModFix/>
          </a:blip>
          <a:srcRect b="1200" l="0" r="0" t="0"/>
          <a:stretch/>
        </p:blipFill>
        <p:spPr>
          <a:xfrm>
            <a:off x="95250" y="438150"/>
            <a:ext cx="904699" cy="904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h6d3721d47e2a71b1_1_18"/>
          <p:cNvSpPr txBox="1"/>
          <p:nvPr/>
        </p:nvSpPr>
        <p:spPr>
          <a:xfrm>
            <a:off x="1134975" y="276900"/>
            <a:ext cx="10234200" cy="8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500">
                <a:latin typeface="Times New Roman"/>
                <a:ea typeface="Times New Roman"/>
                <a:cs typeface="Times New Roman"/>
                <a:sym typeface="Times New Roman"/>
              </a:rPr>
              <a:t>Next Meeting: </a:t>
            </a:r>
            <a:endParaRPr sz="4500">
              <a:latin typeface="Times New Roman"/>
              <a:ea typeface="Times New Roman"/>
              <a:cs typeface="Times New Roman"/>
              <a:sym typeface="Times New Roman"/>
            </a:endParaRPr>
          </a:p>
        </p:txBody>
      </p:sp>
      <p:sp>
        <p:nvSpPr>
          <p:cNvPr id="134" name="Google Shape;134;h6d3721d47e2a71b1_1_18"/>
          <p:cNvSpPr txBox="1"/>
          <p:nvPr/>
        </p:nvSpPr>
        <p:spPr>
          <a:xfrm>
            <a:off x="693550" y="1893750"/>
            <a:ext cx="4167600" cy="56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400">
                <a:solidFill>
                  <a:schemeClr val="dk1"/>
                </a:solidFill>
              </a:rPr>
              <a:t>What AI actually does (ML vs generative AI; training, inference, models and data)</a:t>
            </a:r>
            <a:endParaRPr sz="3400"/>
          </a:p>
        </p:txBody>
      </p:sp>
      <p:sp>
        <p:nvSpPr>
          <p:cNvPr id="135" name="Google Shape;135;h6d3721d47e2a71b1_1_18"/>
          <p:cNvSpPr txBox="1"/>
          <p:nvPr/>
        </p:nvSpPr>
        <p:spPr>
          <a:xfrm>
            <a:off x="5613675" y="1148400"/>
            <a:ext cx="5755500" cy="6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t>Sneak peek into future </a:t>
            </a:r>
            <a:r>
              <a:rPr lang="en-US" sz="2800"/>
              <a:t>meetings:</a:t>
            </a:r>
            <a:endParaRPr sz="2800"/>
          </a:p>
        </p:txBody>
      </p:sp>
      <p:pic>
        <p:nvPicPr>
          <p:cNvPr id="136" name="Google Shape;136;h6d3721d47e2a71b1_1_18"/>
          <p:cNvPicPr preferRelativeResize="0"/>
          <p:nvPr/>
        </p:nvPicPr>
        <p:blipFill>
          <a:blip r:embed="rId3">
            <a:alphaModFix/>
          </a:blip>
          <a:stretch>
            <a:fillRect/>
          </a:stretch>
        </p:blipFill>
        <p:spPr>
          <a:xfrm>
            <a:off x="5973513" y="1797000"/>
            <a:ext cx="5035826" cy="5064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p:nvPr/>
        </p:nvSpPr>
        <p:spPr>
          <a:xfrm>
            <a:off x="0" y="0"/>
            <a:ext cx="12192000" cy="171450"/>
          </a:xfrm>
          <a:prstGeom prst="rect">
            <a:avLst/>
          </a:prstGeom>
          <a:solidFill>
            <a:srgbClr val="092C6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6"/>
          <p:cNvSpPr/>
          <p:nvPr/>
        </p:nvSpPr>
        <p:spPr>
          <a:xfrm>
            <a:off x="0" y="171450"/>
            <a:ext cx="12192000" cy="66675"/>
          </a:xfrm>
          <a:prstGeom prst="rect">
            <a:avLst/>
          </a:prstGeom>
          <a:solidFill>
            <a:srgbClr val="47C8F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6"/>
          <p:cNvSpPr txBox="1"/>
          <p:nvPr/>
        </p:nvSpPr>
        <p:spPr>
          <a:xfrm>
            <a:off x="1220744" y="528637"/>
            <a:ext cx="8957311" cy="609601"/>
          </a:xfrm>
          <a:prstGeom prst="rect">
            <a:avLst/>
          </a:prstGeom>
          <a:noFill/>
          <a:ln>
            <a:noFill/>
          </a:ln>
        </p:spPr>
        <p:txBody>
          <a:bodyPr anchorCtr="0" anchor="ctr" bIns="45700" lIns="45700" spcFirstLastPara="1" rIns="45700" wrap="square" tIns="45700">
            <a:normAutofit/>
          </a:bodyPr>
          <a:lstStyle/>
          <a:p>
            <a:pPr indent="0" lvl="0" marL="0" marR="0" rtl="0" algn="l">
              <a:lnSpc>
                <a:spcPct val="100000"/>
              </a:lnSpc>
              <a:spcBef>
                <a:spcPts val="0"/>
              </a:spcBef>
              <a:spcAft>
                <a:spcPts val="0"/>
              </a:spcAft>
              <a:buClr>
                <a:srgbClr val="092C66"/>
              </a:buClr>
              <a:buSzPts val="2600"/>
              <a:buFont typeface="Arial"/>
              <a:buNone/>
            </a:pPr>
            <a:r>
              <a:rPr b="1" lang="en-US" sz="2600">
                <a:solidFill>
                  <a:srgbClr val="092C66"/>
                </a:solidFill>
              </a:rPr>
              <a:t>Join Bayview AI Club for an exciting, fun year!</a:t>
            </a:r>
            <a:endParaRPr/>
          </a:p>
        </p:txBody>
      </p:sp>
      <p:sp>
        <p:nvSpPr>
          <p:cNvPr id="144" name="Google Shape;144;p6"/>
          <p:cNvSpPr txBox="1"/>
          <p:nvPr/>
        </p:nvSpPr>
        <p:spPr>
          <a:xfrm>
            <a:off x="11094719" y="6477000"/>
            <a:ext cx="365761" cy="238125"/>
          </a:xfrm>
          <a:prstGeom prst="rect">
            <a:avLst/>
          </a:prstGeom>
          <a:noFill/>
          <a:ln>
            <a:noFill/>
          </a:ln>
        </p:spPr>
        <p:txBody>
          <a:bodyPr anchorCtr="0" anchor="ctr" bIns="45700" lIns="45700" spcFirstLastPara="1" rIns="45700" wrap="square" tIns="45700">
            <a:normAutofit/>
          </a:bodyPr>
          <a:lstStyle/>
          <a:p>
            <a:pPr indent="0" lvl="0" marL="0" marR="0" rtl="0" algn="r">
              <a:lnSpc>
                <a:spcPct val="100000"/>
              </a:lnSpc>
              <a:spcBef>
                <a:spcPts val="0"/>
              </a:spcBef>
              <a:spcAft>
                <a:spcPts val="0"/>
              </a:spcAft>
              <a:buClr>
                <a:srgbClr val="1464D2"/>
              </a:buClr>
              <a:buSzPts val="900"/>
              <a:buFont typeface="Arial"/>
              <a:buNone/>
            </a:pPr>
            <a:r>
              <a:rPr b="1" i="0" lang="en-US" sz="900" u="none" cap="none" strike="noStrike">
                <a:solidFill>
                  <a:srgbClr val="1464D2"/>
                </a:solidFill>
                <a:latin typeface="Arial"/>
                <a:ea typeface="Arial"/>
                <a:cs typeface="Arial"/>
                <a:sym typeface="Arial"/>
              </a:rPr>
              <a:t>04</a:t>
            </a:r>
            <a:endParaRPr/>
          </a:p>
        </p:txBody>
      </p:sp>
      <p:pic>
        <p:nvPicPr>
          <p:cNvPr descr="image2.png" id="145" name="Google Shape;145;p6"/>
          <p:cNvPicPr preferRelativeResize="0"/>
          <p:nvPr/>
        </p:nvPicPr>
        <p:blipFill rotWithShape="1">
          <a:blip r:embed="rId3">
            <a:alphaModFix/>
          </a:blip>
          <a:srcRect b="0" l="0" r="799" t="0"/>
          <a:stretch/>
        </p:blipFill>
        <p:spPr>
          <a:xfrm>
            <a:off x="95249" y="438150"/>
            <a:ext cx="876413" cy="876412"/>
          </a:xfrm>
          <a:prstGeom prst="rect">
            <a:avLst/>
          </a:prstGeom>
          <a:noFill/>
          <a:ln>
            <a:noFill/>
          </a:ln>
        </p:spPr>
      </p:pic>
      <p:pic>
        <p:nvPicPr>
          <p:cNvPr id="146" name="Google Shape;146;p6" title="Qqa61KOIXeBUZb3_AI club discord QR code.png"/>
          <p:cNvPicPr preferRelativeResize="0"/>
          <p:nvPr/>
        </p:nvPicPr>
        <p:blipFill>
          <a:blip r:embed="rId4">
            <a:alphaModFix/>
          </a:blip>
          <a:stretch>
            <a:fillRect/>
          </a:stretch>
        </p:blipFill>
        <p:spPr>
          <a:xfrm>
            <a:off x="252625" y="1514575"/>
            <a:ext cx="3491450" cy="3491450"/>
          </a:xfrm>
          <a:prstGeom prst="rect">
            <a:avLst/>
          </a:prstGeom>
          <a:noFill/>
          <a:ln>
            <a:noFill/>
          </a:ln>
        </p:spPr>
      </p:pic>
      <p:sp>
        <p:nvSpPr>
          <p:cNvPr id="147" name="Google Shape;147;p6"/>
          <p:cNvSpPr txBox="1"/>
          <p:nvPr/>
        </p:nvSpPr>
        <p:spPr>
          <a:xfrm>
            <a:off x="252625" y="5206050"/>
            <a:ext cx="36885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t>Mysterious server(NOT DISCORD)…</a:t>
            </a:r>
            <a:endParaRPr sz="2800"/>
          </a:p>
        </p:txBody>
      </p:sp>
      <p:pic>
        <p:nvPicPr>
          <p:cNvPr id="148" name="Google Shape;148;p6" title="Qqa61PwLtdrxZIH_AI club website QR code.png"/>
          <p:cNvPicPr preferRelativeResize="0"/>
          <p:nvPr/>
        </p:nvPicPr>
        <p:blipFill>
          <a:blip r:embed="rId5">
            <a:alphaModFix/>
          </a:blip>
          <a:stretch>
            <a:fillRect/>
          </a:stretch>
        </p:blipFill>
        <p:spPr>
          <a:xfrm>
            <a:off x="3941125" y="2952950"/>
            <a:ext cx="3276800" cy="3276800"/>
          </a:xfrm>
          <a:prstGeom prst="rect">
            <a:avLst/>
          </a:prstGeom>
          <a:noFill/>
          <a:ln>
            <a:noFill/>
          </a:ln>
        </p:spPr>
      </p:pic>
      <p:sp>
        <p:nvSpPr>
          <p:cNvPr id="149" name="Google Shape;149;p6"/>
          <p:cNvSpPr txBox="1"/>
          <p:nvPr/>
        </p:nvSpPr>
        <p:spPr>
          <a:xfrm>
            <a:off x="4478775" y="1898250"/>
            <a:ext cx="2918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p>
        </p:txBody>
      </p:sp>
      <p:sp>
        <p:nvSpPr>
          <p:cNvPr id="150" name="Google Shape;150;p6"/>
          <p:cNvSpPr txBox="1"/>
          <p:nvPr/>
        </p:nvSpPr>
        <p:spPr>
          <a:xfrm>
            <a:off x="4061000" y="1443938"/>
            <a:ext cx="15807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t>Website</a:t>
            </a:r>
            <a:endParaRPr sz="2800"/>
          </a:p>
        </p:txBody>
      </p:sp>
      <p:sp>
        <p:nvSpPr>
          <p:cNvPr id="151" name="Google Shape;151;p6"/>
          <p:cNvSpPr txBox="1"/>
          <p:nvPr/>
        </p:nvSpPr>
        <p:spPr>
          <a:xfrm>
            <a:off x="7079675" y="1034038"/>
            <a:ext cx="36885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t>Google classroom code (join with gapps):</a:t>
            </a:r>
            <a:r>
              <a:rPr b="1" lang="en-US" sz="2800"/>
              <a:t> 7b6loaop</a:t>
            </a:r>
            <a:endParaRPr b="1" sz="2800"/>
          </a:p>
        </p:txBody>
      </p:sp>
      <p:cxnSp>
        <p:nvCxnSpPr>
          <p:cNvPr id="152" name="Google Shape;152;p6"/>
          <p:cNvCxnSpPr>
            <a:stCxn id="150" idx="2"/>
            <a:endCxn id="148" idx="0"/>
          </p:cNvCxnSpPr>
          <p:nvPr/>
        </p:nvCxnSpPr>
        <p:spPr>
          <a:xfrm>
            <a:off x="4851350" y="2053538"/>
            <a:ext cx="728100" cy="899400"/>
          </a:xfrm>
          <a:prstGeom prst="straightConnector1">
            <a:avLst/>
          </a:prstGeom>
          <a:noFill/>
          <a:ln cap="flat" cmpd="sng" w="76200">
            <a:solidFill>
              <a:schemeClr val="dk1"/>
            </a:solidFill>
            <a:prstDash val="solid"/>
            <a:round/>
            <a:headEnd len="med" w="med" type="none"/>
            <a:tailEnd len="med" w="med" type="triangle"/>
          </a:ln>
        </p:spPr>
      </p:cxnSp>
      <p:pic>
        <p:nvPicPr>
          <p:cNvPr id="153" name="Google Shape;153;p6"/>
          <p:cNvPicPr preferRelativeResize="0"/>
          <p:nvPr/>
        </p:nvPicPr>
        <p:blipFill>
          <a:blip r:embed="rId6">
            <a:alphaModFix/>
          </a:blip>
          <a:stretch>
            <a:fillRect/>
          </a:stretch>
        </p:blipFill>
        <p:spPr>
          <a:xfrm>
            <a:off x="7217925" y="1726025"/>
            <a:ext cx="4598575" cy="4598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